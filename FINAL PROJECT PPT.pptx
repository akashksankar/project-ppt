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5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5" r:id="rId9"/>
    <p:sldId id="264" r:id="rId10"/>
    <p:sldId id="266" r:id="rId11"/>
    <p:sldId id="267" r:id="rId12"/>
    <p:sldId id="268" r:id="rId13"/>
    <p:sldId id="298" r:id="rId14"/>
    <p:sldId id="289" r:id="rId15"/>
    <p:sldId id="290" r:id="rId16"/>
    <p:sldId id="291" r:id="rId17"/>
    <p:sldId id="292" r:id="rId18"/>
    <p:sldId id="293" r:id="rId19"/>
    <p:sldId id="294" r:id="rId20"/>
    <p:sldId id="295" r:id="rId21"/>
    <p:sldId id="269" r:id="rId22"/>
    <p:sldId id="271" r:id="rId23"/>
    <p:sldId id="270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99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1B4AFE-308C-4C2D-BCC7-7DC02F470FB2}" v="3" dt="2026-10-15T02:22:24.4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390" autoAdjust="0"/>
    <p:restoredTop sz="94660"/>
  </p:normalViewPr>
  <p:slideViewPr>
    <p:cSldViewPr snapToGrid="0">
      <p:cViewPr varScale="1">
        <p:scale>
          <a:sx n="90" d="100"/>
          <a:sy n="90" d="100"/>
        </p:scale>
        <p:origin x="56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fa Alias" userId="c4bad99b56e8aa84" providerId="LiveId" clId="{4DE4B2FE-0943-4034-A7AC-257ED4488814}"/>
    <pc:docChg chg="custSel addSld modSld sldOrd">
      <pc:chgData name="Alfa Alias" userId="c4bad99b56e8aa84" providerId="LiveId" clId="{4DE4B2FE-0943-4034-A7AC-257ED4488814}" dt="2026-10-15T02:44:16.769" v="230"/>
      <pc:docMkLst>
        <pc:docMk/>
      </pc:docMkLst>
      <pc:sldChg chg="addSp delSp modSp mod">
        <pc:chgData name="Alfa Alias" userId="c4bad99b56e8aa84" providerId="LiveId" clId="{4DE4B2FE-0943-4034-A7AC-257ED4488814}" dt="2026-10-15T02:25:31.728" v="224" actId="20577"/>
        <pc:sldMkLst>
          <pc:docMk/>
          <pc:sldMk cId="1179194939" sldId="256"/>
        </pc:sldMkLst>
        <pc:spChg chg="add del mod">
          <ac:chgData name="Alfa Alias" userId="c4bad99b56e8aa84" providerId="LiveId" clId="{4DE4B2FE-0943-4034-A7AC-257ED4488814}" dt="2026-10-15T02:22:21.868" v="57" actId="478"/>
          <ac:spMkLst>
            <pc:docMk/>
            <pc:sldMk cId="1179194939" sldId="256"/>
            <ac:spMk id="3" creationId="{3DF11D2B-9308-0AA3-5387-BED3D672F2A3}"/>
          </ac:spMkLst>
        </pc:spChg>
        <pc:spChg chg="add mod">
          <ac:chgData name="Alfa Alias" userId="c4bad99b56e8aa84" providerId="LiveId" clId="{4DE4B2FE-0943-4034-A7AC-257ED4488814}" dt="2026-10-15T02:25:31.728" v="224" actId="20577"/>
          <ac:spMkLst>
            <pc:docMk/>
            <pc:sldMk cId="1179194939" sldId="256"/>
            <ac:spMk id="4" creationId="{40ECC3BC-30C9-FDC1-ED31-2F2ACCB035D5}"/>
          </ac:spMkLst>
        </pc:spChg>
      </pc:sldChg>
      <pc:sldChg chg="modSp mod">
        <pc:chgData name="Alfa Alias" userId="c4bad99b56e8aa84" providerId="LiveId" clId="{4DE4B2FE-0943-4034-A7AC-257ED4488814}" dt="2026-10-14T15:32:56.528" v="3" actId="1076"/>
        <pc:sldMkLst>
          <pc:docMk/>
          <pc:sldMk cId="2742410058" sldId="263"/>
        </pc:sldMkLst>
        <pc:picChg chg="mod">
          <ac:chgData name="Alfa Alias" userId="c4bad99b56e8aa84" providerId="LiveId" clId="{4DE4B2FE-0943-4034-A7AC-257ED4488814}" dt="2026-10-14T15:32:48.777" v="1" actId="1076"/>
          <ac:picMkLst>
            <pc:docMk/>
            <pc:sldMk cId="2742410058" sldId="263"/>
            <ac:picMk id="5" creationId="{5032DF26-7E7F-02BB-7F0E-099B47E93B2C}"/>
          </ac:picMkLst>
        </pc:picChg>
        <pc:picChg chg="mod">
          <ac:chgData name="Alfa Alias" userId="c4bad99b56e8aa84" providerId="LiveId" clId="{4DE4B2FE-0943-4034-A7AC-257ED4488814}" dt="2026-10-14T15:32:56.528" v="3" actId="1076"/>
          <ac:picMkLst>
            <pc:docMk/>
            <pc:sldMk cId="2742410058" sldId="263"/>
            <ac:picMk id="8" creationId="{7F57A64D-BC46-9D8A-FFB5-3E9DE8447685}"/>
          </ac:picMkLst>
        </pc:picChg>
      </pc:sldChg>
      <pc:sldChg chg="modSp mod">
        <pc:chgData name="Alfa Alias" userId="c4bad99b56e8aa84" providerId="LiveId" clId="{4DE4B2FE-0943-4034-A7AC-257ED4488814}" dt="2026-10-14T15:33:25.082" v="8" actId="1076"/>
        <pc:sldMkLst>
          <pc:docMk/>
          <pc:sldMk cId="3106897462" sldId="264"/>
        </pc:sldMkLst>
        <pc:picChg chg="mod">
          <ac:chgData name="Alfa Alias" userId="c4bad99b56e8aa84" providerId="LiveId" clId="{4DE4B2FE-0943-4034-A7AC-257ED4488814}" dt="2026-10-14T15:33:25.082" v="8" actId="1076"/>
          <ac:picMkLst>
            <pc:docMk/>
            <pc:sldMk cId="3106897462" sldId="264"/>
            <ac:picMk id="9" creationId="{A654E4EC-E165-E5B9-F6BE-6A326A53364A}"/>
          </ac:picMkLst>
        </pc:picChg>
      </pc:sldChg>
      <pc:sldChg chg="modSp mod">
        <pc:chgData name="Alfa Alias" userId="c4bad99b56e8aa84" providerId="LiveId" clId="{4DE4B2FE-0943-4034-A7AC-257ED4488814}" dt="2026-10-14T15:34:20.760" v="12" actId="1076"/>
        <pc:sldMkLst>
          <pc:docMk/>
          <pc:sldMk cId="2793703237" sldId="266"/>
        </pc:sldMkLst>
        <pc:picChg chg="mod">
          <ac:chgData name="Alfa Alias" userId="c4bad99b56e8aa84" providerId="LiveId" clId="{4DE4B2FE-0943-4034-A7AC-257ED4488814}" dt="2026-10-14T15:34:20.760" v="12" actId="1076"/>
          <ac:picMkLst>
            <pc:docMk/>
            <pc:sldMk cId="2793703237" sldId="266"/>
            <ac:picMk id="5" creationId="{17D38C52-5778-D54D-AB7C-9F49C16DF038}"/>
          </ac:picMkLst>
        </pc:picChg>
      </pc:sldChg>
      <pc:sldChg chg="modSp mod">
        <pc:chgData name="Alfa Alias" userId="c4bad99b56e8aa84" providerId="LiveId" clId="{4DE4B2FE-0943-4034-A7AC-257ED4488814}" dt="2026-10-14T15:42:12.288" v="55" actId="14100"/>
        <pc:sldMkLst>
          <pc:docMk/>
          <pc:sldMk cId="3427699041" sldId="267"/>
        </pc:sldMkLst>
        <pc:picChg chg="mod">
          <ac:chgData name="Alfa Alias" userId="c4bad99b56e8aa84" providerId="LiveId" clId="{4DE4B2FE-0943-4034-A7AC-257ED4488814}" dt="2026-10-14T15:42:12.288" v="55" actId="14100"/>
          <ac:picMkLst>
            <pc:docMk/>
            <pc:sldMk cId="3427699041" sldId="267"/>
            <ac:picMk id="5" creationId="{A5DD7C08-E1DC-3D2B-CA30-AF42839DAC50}"/>
          </ac:picMkLst>
        </pc:picChg>
      </pc:sldChg>
      <pc:sldChg chg="modSp mod">
        <pc:chgData name="Alfa Alias" userId="c4bad99b56e8aa84" providerId="LiveId" clId="{4DE4B2FE-0943-4034-A7AC-257ED4488814}" dt="2026-10-14T15:37:40.793" v="49" actId="1076"/>
        <pc:sldMkLst>
          <pc:docMk/>
          <pc:sldMk cId="573239821" sldId="268"/>
        </pc:sldMkLst>
        <pc:picChg chg="mod">
          <ac:chgData name="Alfa Alias" userId="c4bad99b56e8aa84" providerId="LiveId" clId="{4DE4B2FE-0943-4034-A7AC-257ED4488814}" dt="2026-10-14T15:37:40.793" v="49" actId="1076"/>
          <ac:picMkLst>
            <pc:docMk/>
            <pc:sldMk cId="573239821" sldId="268"/>
            <ac:picMk id="5" creationId="{EBCCE6B5-47DA-8071-E37D-889DADFEE242}"/>
          </ac:picMkLst>
        </pc:picChg>
      </pc:sldChg>
      <pc:sldChg chg="ord">
        <pc:chgData name="Alfa Alias" userId="c4bad99b56e8aa84" providerId="LiveId" clId="{4DE4B2FE-0943-4034-A7AC-257ED4488814}" dt="2026-10-15T02:44:03.449" v="228"/>
        <pc:sldMkLst>
          <pc:docMk/>
          <pc:sldMk cId="4165628730" sldId="269"/>
        </pc:sldMkLst>
      </pc:sldChg>
      <pc:sldChg chg="ord">
        <pc:chgData name="Alfa Alias" userId="c4bad99b56e8aa84" providerId="LiveId" clId="{4DE4B2FE-0943-4034-A7AC-257ED4488814}" dt="2026-10-15T02:41:33.289" v="226"/>
        <pc:sldMkLst>
          <pc:docMk/>
          <pc:sldMk cId="247079579" sldId="270"/>
        </pc:sldMkLst>
      </pc:sldChg>
      <pc:sldChg chg="modSp mod ord">
        <pc:chgData name="Alfa Alias" userId="c4bad99b56e8aa84" providerId="LiveId" clId="{4DE4B2FE-0943-4034-A7AC-257ED4488814}" dt="2026-10-15T02:44:16.769" v="230"/>
        <pc:sldMkLst>
          <pc:docMk/>
          <pc:sldMk cId="2688255247" sldId="271"/>
        </pc:sldMkLst>
        <pc:picChg chg="mod">
          <ac:chgData name="Alfa Alias" userId="c4bad99b56e8aa84" providerId="LiveId" clId="{4DE4B2FE-0943-4034-A7AC-257ED4488814}" dt="2026-10-14T15:34:34.505" v="15" actId="14100"/>
          <ac:picMkLst>
            <pc:docMk/>
            <pc:sldMk cId="2688255247" sldId="271"/>
            <ac:picMk id="3" creationId="{2E873FEE-A034-91BF-510A-849CE9DF8BE3}"/>
          </ac:picMkLst>
        </pc:picChg>
      </pc:sldChg>
      <pc:sldChg chg="modSp mod">
        <pc:chgData name="Alfa Alias" userId="c4bad99b56e8aa84" providerId="LiveId" clId="{4DE4B2FE-0943-4034-A7AC-257ED4488814}" dt="2026-10-14T15:38:00.386" v="51" actId="1076"/>
        <pc:sldMkLst>
          <pc:docMk/>
          <pc:sldMk cId="2012650414" sldId="277"/>
        </pc:sldMkLst>
        <pc:picChg chg="mod">
          <ac:chgData name="Alfa Alias" userId="c4bad99b56e8aa84" providerId="LiveId" clId="{4DE4B2FE-0943-4034-A7AC-257ED4488814}" dt="2026-10-14T15:38:00.386" v="51" actId="1076"/>
          <ac:picMkLst>
            <pc:docMk/>
            <pc:sldMk cId="2012650414" sldId="277"/>
            <ac:picMk id="3" creationId="{E2950707-995C-16E2-590C-F76B6796DBD5}"/>
          </ac:picMkLst>
        </pc:picChg>
      </pc:sldChg>
      <pc:sldChg chg="modSp mod">
        <pc:chgData name="Alfa Alias" userId="c4bad99b56e8aa84" providerId="LiveId" clId="{4DE4B2FE-0943-4034-A7AC-257ED4488814}" dt="2026-10-14T15:35:37.706" v="23" actId="14100"/>
        <pc:sldMkLst>
          <pc:docMk/>
          <pc:sldMk cId="2308423443" sldId="278"/>
        </pc:sldMkLst>
        <pc:picChg chg="mod">
          <ac:chgData name="Alfa Alias" userId="c4bad99b56e8aa84" providerId="LiveId" clId="{4DE4B2FE-0943-4034-A7AC-257ED4488814}" dt="2026-10-14T15:35:37.706" v="23" actId="14100"/>
          <ac:picMkLst>
            <pc:docMk/>
            <pc:sldMk cId="2308423443" sldId="278"/>
            <ac:picMk id="3" creationId="{0DE7577D-6FAD-AA5D-7565-216DC8EB0C85}"/>
          </ac:picMkLst>
        </pc:picChg>
      </pc:sldChg>
      <pc:sldChg chg="modSp mod">
        <pc:chgData name="Alfa Alias" userId="c4bad99b56e8aa84" providerId="LiveId" clId="{4DE4B2FE-0943-4034-A7AC-257ED4488814}" dt="2026-10-14T15:34:59.776" v="17" actId="1076"/>
        <pc:sldMkLst>
          <pc:docMk/>
          <pc:sldMk cId="3575646904" sldId="280"/>
        </pc:sldMkLst>
        <pc:picChg chg="mod">
          <ac:chgData name="Alfa Alias" userId="c4bad99b56e8aa84" providerId="LiveId" clId="{4DE4B2FE-0943-4034-A7AC-257ED4488814}" dt="2026-10-14T15:34:59.776" v="17" actId="1076"/>
          <ac:picMkLst>
            <pc:docMk/>
            <pc:sldMk cId="3575646904" sldId="280"/>
            <ac:picMk id="3" creationId="{84BE9338-70DD-9F45-86E3-835E748B13F5}"/>
          </ac:picMkLst>
        </pc:picChg>
      </pc:sldChg>
      <pc:sldChg chg="modSp mod">
        <pc:chgData name="Alfa Alias" userId="c4bad99b56e8aa84" providerId="LiveId" clId="{4DE4B2FE-0943-4034-A7AC-257ED4488814}" dt="2026-10-14T15:35:26.270" v="22" actId="1076"/>
        <pc:sldMkLst>
          <pc:docMk/>
          <pc:sldMk cId="1739959028" sldId="281"/>
        </pc:sldMkLst>
        <pc:picChg chg="mod">
          <ac:chgData name="Alfa Alias" userId="c4bad99b56e8aa84" providerId="LiveId" clId="{4DE4B2FE-0943-4034-A7AC-257ED4488814}" dt="2026-10-14T15:35:26.270" v="22" actId="1076"/>
          <ac:picMkLst>
            <pc:docMk/>
            <pc:sldMk cId="1739959028" sldId="281"/>
            <ac:picMk id="3" creationId="{F216EE3C-D9C0-0BA6-9DFB-6A04AD7A812E}"/>
          </ac:picMkLst>
        </pc:picChg>
      </pc:sldChg>
      <pc:sldChg chg="modSp mod">
        <pc:chgData name="Alfa Alias" userId="c4bad99b56e8aa84" providerId="LiveId" clId="{4DE4B2FE-0943-4034-A7AC-257ED4488814}" dt="2026-10-14T15:35:16.288" v="20" actId="14100"/>
        <pc:sldMkLst>
          <pc:docMk/>
          <pc:sldMk cId="1866485587" sldId="282"/>
        </pc:sldMkLst>
        <pc:picChg chg="mod">
          <ac:chgData name="Alfa Alias" userId="c4bad99b56e8aa84" providerId="LiveId" clId="{4DE4B2FE-0943-4034-A7AC-257ED4488814}" dt="2026-10-14T15:35:16.288" v="20" actId="14100"/>
          <ac:picMkLst>
            <pc:docMk/>
            <pc:sldMk cId="1866485587" sldId="282"/>
            <ac:picMk id="5" creationId="{6392C59C-6F07-73DA-0E4A-BAE79F22F2A3}"/>
          </ac:picMkLst>
        </pc:picChg>
      </pc:sldChg>
      <pc:sldChg chg="modSp mod">
        <pc:chgData name="Alfa Alias" userId="c4bad99b56e8aa84" providerId="LiveId" clId="{4DE4B2FE-0943-4034-A7AC-257ED4488814}" dt="2026-10-14T15:37:23.048" v="45" actId="1076"/>
        <pc:sldMkLst>
          <pc:docMk/>
          <pc:sldMk cId="1880594496" sldId="298"/>
        </pc:sldMkLst>
        <pc:picChg chg="mod">
          <ac:chgData name="Alfa Alias" userId="c4bad99b56e8aa84" providerId="LiveId" clId="{4DE4B2FE-0943-4034-A7AC-257ED4488814}" dt="2026-10-14T15:37:23.048" v="45" actId="1076"/>
          <ac:picMkLst>
            <pc:docMk/>
            <pc:sldMk cId="1880594496" sldId="298"/>
            <ac:picMk id="8" creationId="{A01ED4AB-822F-EA9E-BD77-AF64D466C24B}"/>
          </ac:picMkLst>
        </pc:picChg>
      </pc:sldChg>
      <pc:sldChg chg="addSp modSp new mod">
        <pc:chgData name="Alfa Alias" userId="c4bad99b56e8aa84" providerId="LiveId" clId="{4DE4B2FE-0943-4034-A7AC-257ED4488814}" dt="2026-10-14T15:37:05.356" v="43" actId="1076"/>
        <pc:sldMkLst>
          <pc:docMk/>
          <pc:sldMk cId="3203644341" sldId="299"/>
        </pc:sldMkLst>
        <pc:spChg chg="add mod">
          <ac:chgData name="Alfa Alias" userId="c4bad99b56e8aa84" providerId="LiveId" clId="{4DE4B2FE-0943-4034-A7AC-257ED4488814}" dt="2026-10-14T15:37:05.356" v="43" actId="1076"/>
          <ac:spMkLst>
            <pc:docMk/>
            <pc:sldMk cId="3203644341" sldId="299"/>
            <ac:spMk id="2" creationId="{C316323D-653E-B088-0298-1BFA43D0C00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EC014E-32E8-BC91-190E-85B3C74C9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8" y="964075"/>
            <a:ext cx="4654297" cy="3739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0" y="4822842"/>
            <a:ext cx="4206240" cy="1380744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2603722-CE80-C718-39E9-BB79F1F68C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84C280F-E753-FE97-A722-F86168AC9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41248" y="964074"/>
            <a:ext cx="5403280" cy="5258929"/>
          </a:xfrm>
          <a:custGeom>
            <a:avLst/>
            <a:gdLst>
              <a:gd name="connsiteX0" fmla="*/ 2701640 w 5403280"/>
              <a:gd name="connsiteY0" fmla="*/ 0 h 5258929"/>
              <a:gd name="connsiteX1" fmla="*/ 5403280 w 5403280"/>
              <a:gd name="connsiteY1" fmla="*/ 2701640 h 5258929"/>
              <a:gd name="connsiteX2" fmla="*/ 5403280 w 5403280"/>
              <a:gd name="connsiteY2" fmla="*/ 5258929 h 5258929"/>
              <a:gd name="connsiteX3" fmla="*/ 0 w 5403280"/>
              <a:gd name="connsiteY3" fmla="*/ 5258929 h 5258929"/>
              <a:gd name="connsiteX4" fmla="*/ 0 w 5403280"/>
              <a:gd name="connsiteY4" fmla="*/ 2701640 h 5258929"/>
              <a:gd name="connsiteX5" fmla="*/ 2701640 w 5403280"/>
              <a:gd name="connsiteY5" fmla="*/ 0 h 525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3280" h="5258929">
                <a:moveTo>
                  <a:pt x="2701640" y="0"/>
                </a:moveTo>
                <a:cubicBezTo>
                  <a:pt x="4193715" y="0"/>
                  <a:pt x="5403280" y="1209565"/>
                  <a:pt x="5403280" y="2701640"/>
                </a:cubicBezTo>
                <a:lnTo>
                  <a:pt x="5403280" y="5258929"/>
                </a:lnTo>
                <a:lnTo>
                  <a:pt x="0" y="5258929"/>
                </a:lnTo>
                <a:lnTo>
                  <a:pt x="0" y="2701640"/>
                </a:lnTo>
                <a:cubicBezTo>
                  <a:pt x="0" y="1209565"/>
                  <a:pt x="1209565" y="0"/>
                  <a:pt x="2701640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noFill/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7A08-C834-F239-A3DF-2D1295F0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B90A781D-A4F3-4137-8E12-E0C9471C2F91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E80C6A5-61FE-078D-49D9-31BD129401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C792064-86EA-462B-ABCE-91022237D3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19776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6C4595-90D4-94E6-CEBA-82807457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658679"/>
            <a:ext cx="10780776" cy="4925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90A781D-A4F3-4137-8E12-E0C9471C2F91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C792064-86EA-462B-ABCE-91022237D3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5315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5218032"/>
            <a:ext cx="10972800" cy="78638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972629"/>
            <a:ext cx="10972800" cy="480373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8BD73-E6AB-68A9-F41B-313E0C4477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396119" y="5787191"/>
            <a:ext cx="15034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A6162-61A3-2C41-311C-F407FC4B4D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90A781D-A4F3-4137-8E12-E0C9471C2F91}" type="datetimeFigureOut">
              <a:rPr lang="en-IN" smtClean="0"/>
              <a:t>15-10-2026</a:t>
            </a:fld>
            <a:endParaRPr lang="en-IN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ABF624-39B6-C7A2-98E7-26593626B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498994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B102F-64E7-9387-1F8F-DB4AC82577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C792064-86EA-462B-ABCE-91022237D3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84138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E84C31D-CC85-27E5-FD9F-627C926D5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8608"/>
            <a:ext cx="7879335" cy="3592629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0B934F-7AD0-6CA4-BC4D-9CC30854B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1714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6486-38AE-54F6-E2F3-8B944C3F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41BD916-71AE-106E-105D-01655950FC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87800" y="368300"/>
            <a:ext cx="7375525" cy="1014413"/>
          </a:xfrm>
        </p:spPr>
        <p:txBody>
          <a:bodyPr anchor="ctr">
            <a:normAutofit/>
          </a:bodyPr>
          <a:lstStyle>
            <a:lvl1pPr algn="r"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D0054-227E-4953-9BB1-7141F902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A781D-A4F3-4137-8E12-E0C9471C2F91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2E0F1-15E9-E241-9959-A6D46B69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2064-86EA-462B-ABCE-91022237D3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04025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842852-3CDE-22AD-D5F0-AAF8279A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536"/>
            <a:ext cx="9546336" cy="3675885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90A781D-A4F3-4137-8E12-E0C9471C2F91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C792064-86EA-462B-ABCE-91022237D3F7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D523C5-E38D-F0DE-48C0-B6B8404B6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43796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4EF7E11-76D4-64FA-465B-16540545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947" y="1296083"/>
            <a:ext cx="4353325" cy="4265835"/>
          </a:xfrm>
          <a:custGeom>
            <a:avLst/>
            <a:gdLst>
              <a:gd name="connsiteX0" fmla="*/ 2176663 w 4353325"/>
              <a:gd name="connsiteY0" fmla="*/ 0 h 4265835"/>
              <a:gd name="connsiteX1" fmla="*/ 4353325 w 4353325"/>
              <a:gd name="connsiteY1" fmla="*/ 2176662 h 4265835"/>
              <a:gd name="connsiteX2" fmla="*/ 4353325 w 4353325"/>
              <a:gd name="connsiteY2" fmla="*/ 2712923 h 4265835"/>
              <a:gd name="connsiteX3" fmla="*/ 4353325 w 4353325"/>
              <a:gd name="connsiteY3" fmla="*/ 3733873 h 4265835"/>
              <a:gd name="connsiteX4" fmla="*/ 4353325 w 4353325"/>
              <a:gd name="connsiteY4" fmla="*/ 4265835 h 4265835"/>
              <a:gd name="connsiteX5" fmla="*/ 0 w 4353325"/>
              <a:gd name="connsiteY5" fmla="*/ 4265835 h 4265835"/>
              <a:gd name="connsiteX6" fmla="*/ 0 w 4353325"/>
              <a:gd name="connsiteY6" fmla="*/ 3733873 h 4265835"/>
              <a:gd name="connsiteX7" fmla="*/ 0 w 4353325"/>
              <a:gd name="connsiteY7" fmla="*/ 2712923 h 4265835"/>
              <a:gd name="connsiteX8" fmla="*/ 0 w 4353325"/>
              <a:gd name="connsiteY8" fmla="*/ 2176662 h 4265835"/>
              <a:gd name="connsiteX9" fmla="*/ 2176663 w 4353325"/>
              <a:gd name="connsiteY9" fmla="*/ 0 h 426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53325" h="4265835">
                <a:moveTo>
                  <a:pt x="2176663" y="0"/>
                </a:moveTo>
                <a:cubicBezTo>
                  <a:pt x="3378800" y="0"/>
                  <a:pt x="4353325" y="974525"/>
                  <a:pt x="4353325" y="2176662"/>
                </a:cubicBezTo>
                <a:lnTo>
                  <a:pt x="4353325" y="2712923"/>
                </a:lnTo>
                <a:lnTo>
                  <a:pt x="4353325" y="3733873"/>
                </a:lnTo>
                <a:lnTo>
                  <a:pt x="4353325" y="4265835"/>
                </a:lnTo>
                <a:lnTo>
                  <a:pt x="0" y="4265835"/>
                </a:lnTo>
                <a:lnTo>
                  <a:pt x="0" y="3733873"/>
                </a:lnTo>
                <a:lnTo>
                  <a:pt x="0" y="2712923"/>
                </a:lnTo>
                <a:lnTo>
                  <a:pt x="0" y="2176662"/>
                </a:lnTo>
                <a:cubicBezTo>
                  <a:pt x="0" y="974525"/>
                  <a:pt x="974525" y="0"/>
                  <a:pt x="2176663" y="0"/>
                </a:cubicBezTo>
                <a:close/>
              </a:path>
            </a:pathLst>
          </a:custGeom>
          <a:ln w="6350">
            <a:solidFill>
              <a:schemeClr val="tx1"/>
            </a:solidFill>
          </a:ln>
        </p:spPr>
        <p:txBody>
          <a:bodyPr wrap="square" lIns="182880" tIns="914400" rIns="182880" anchor="ctr" anchorCtr="0">
            <a:no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35056" y="1296083"/>
            <a:ext cx="4325112" cy="4265835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90A781D-A4F3-4137-8E12-E0C9471C2F91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C792064-86EA-462B-ABCE-91022237D3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0235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4608576"/>
            <a:ext cx="4169664" cy="1609344"/>
          </a:xfrm>
        </p:spPr>
        <p:txBody>
          <a:bodyPr anchor="t" anchorCtr="0">
            <a:no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E5AAB3D-814D-597A-6ADE-F522A8116DCD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1257301" y="1097280"/>
            <a:ext cx="3776470" cy="3168100"/>
          </a:xfrm>
          <a:custGeom>
            <a:avLst/>
            <a:gdLst>
              <a:gd name="connsiteX0" fmla="*/ 1888235 w 3776470"/>
              <a:gd name="connsiteY0" fmla="*/ 0 h 3168100"/>
              <a:gd name="connsiteX1" fmla="*/ 3776470 w 3776470"/>
              <a:gd name="connsiteY1" fmla="*/ 1888235 h 3168100"/>
              <a:gd name="connsiteX2" fmla="*/ 3776470 w 3776470"/>
              <a:gd name="connsiteY2" fmla="*/ 3168100 h 3168100"/>
              <a:gd name="connsiteX3" fmla="*/ 0 w 3776470"/>
              <a:gd name="connsiteY3" fmla="*/ 3168100 h 3168100"/>
              <a:gd name="connsiteX4" fmla="*/ 0 w 3776470"/>
              <a:gd name="connsiteY4" fmla="*/ 1888235 h 3168100"/>
              <a:gd name="connsiteX5" fmla="*/ 1888235 w 3776470"/>
              <a:gd name="connsiteY5" fmla="*/ 0 h 316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6470" h="3168100">
                <a:moveTo>
                  <a:pt x="1888235" y="0"/>
                </a:moveTo>
                <a:cubicBezTo>
                  <a:pt x="2931078" y="0"/>
                  <a:pt x="3776470" y="845392"/>
                  <a:pt x="3776470" y="1888235"/>
                </a:cubicBezTo>
                <a:lnTo>
                  <a:pt x="3776470" y="3168100"/>
                </a:lnTo>
                <a:lnTo>
                  <a:pt x="0" y="3168100"/>
                </a:lnTo>
                <a:lnTo>
                  <a:pt x="0" y="1888235"/>
                </a:lnTo>
                <a:cubicBezTo>
                  <a:pt x="0" y="845392"/>
                  <a:pt x="845392" y="0"/>
                  <a:pt x="1888235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1464" y="841248"/>
            <a:ext cx="4215384" cy="5330952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 algn="ctr">
              <a:defRPr>
                <a:solidFill>
                  <a:schemeClr val="tx1"/>
                </a:solidFill>
              </a:defRPr>
            </a:lvl3pPr>
            <a:lvl4pPr algn="ctr">
              <a:defRPr>
                <a:solidFill>
                  <a:schemeClr val="tx1"/>
                </a:solidFill>
              </a:defRPr>
            </a:lvl4pPr>
            <a:lvl5pPr algn="ctr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90A781D-A4F3-4137-8E12-E0C9471C2F91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C792064-86EA-462B-ABCE-91022237D3F7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D2C868-CE73-A5B1-1389-62A23B14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9708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6854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2615184"/>
            <a:ext cx="3813048" cy="3557016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841248"/>
            <a:ext cx="4956175" cy="355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90A781D-A4F3-4137-8E12-E0C9471C2F91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C792064-86EA-462B-ABCE-91022237D3F7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4378AB-83E7-8777-F6CD-8F19BA4FE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501620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2276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841248"/>
            <a:ext cx="2999232" cy="5184648"/>
          </a:xfrm>
        </p:spPr>
        <p:txBody>
          <a:bodyPr anchor="t" anchorCtr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66926" y="841248"/>
            <a:ext cx="6260154" cy="51846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90A781D-A4F3-4137-8E12-E0C9471C2F91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C792064-86EA-462B-ABCE-91022237D3F7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8293A07-68F2-BD10-B738-E87F3F3D8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418221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8332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1152" y="990511"/>
            <a:ext cx="2565593" cy="1858941"/>
          </a:xfrm>
        </p:spPr>
        <p:txBody>
          <a:bodyPr anchor="b"/>
          <a:lstStyle>
            <a:lvl1pPr>
              <a:def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2271" y="3011335"/>
            <a:ext cx="2559977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BD5A515-9970-0784-7927-52F94C270B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292564" y="1592958"/>
            <a:ext cx="2973522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8523CCEC-6BB2-B704-95E2-87FED823C5B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90A781D-A4F3-4137-8E12-E0C9471C2F91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208465C-8C77-73BF-D18F-D01907BAC8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12296" y="6356350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C792064-86EA-462B-ABCE-91022237D3F7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E2A219-E459-07B3-1ED3-CBF7D239B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2057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58433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548640"/>
            <a:ext cx="6093225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03520" y="1828800"/>
            <a:ext cx="6071616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483F68-3490-71E7-A7DA-DA46BC48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9715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45FA4-0621-D8F1-73D0-046B7F4D77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B90A781D-A4F3-4137-8E12-E0C9471C2F91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4C51678-E871-8AD4-08DA-BF7B7013A3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10292565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D01CE4-E064-7D2F-7D3A-9DA85E2777F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C792064-86EA-462B-ABCE-91022237D3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83780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48640"/>
            <a:ext cx="6135624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28800"/>
            <a:ext cx="6135624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C07157-DE89-FE2F-0547-2E4055913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82022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A0C5A-6673-53CC-030B-67BA133D974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B90A781D-A4F3-4137-8E12-E0C9471C2F91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521688-F793-E4F2-732B-EEE6F58B75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DBE29E-7417-B57C-BA94-1DBC14BE4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5C792064-86EA-462B-ABCE-91022237D3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15614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6858000" cy="932688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6858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626C00-7A36-46A2-880D-F484910B3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077761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F6D8B-36A2-DF79-CDB9-885694DCA71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B90A781D-A4F3-4137-8E12-E0C9471C2F91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2396A-E38F-CC9C-7303-71F99D08208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B0E4B-031C-4F2A-1993-D824DD71F7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5C792064-86EA-462B-ABCE-91022237D3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12425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83413"/>
            <a:ext cx="4361688" cy="1262639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979461"/>
            <a:ext cx="4360863" cy="43292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81977D-48BC-F135-96F9-1655E4BEE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73212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EA981C2C-E0DD-29A7-8209-50D66488152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B90A781D-A4F3-4137-8E12-E0C9471C2F91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05369F-8CCB-402F-9055-2BF12262B5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3591F2-4BD3-37D0-B00E-B2CD5F47A36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5C792064-86EA-462B-ABCE-91022237D3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3462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4572000" cy="932688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4572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8BEB48-A052-9364-6EF6-F698004CA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91172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417D8113-ECE6-D6F5-9CA4-C96A535F479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B90A781D-A4F3-4137-8E12-E0C9471C2F91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29A0137-F97A-8194-464D-3B7D4814A8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FE5686-63A9-B1A1-5734-F96A965146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5C792064-86EA-462B-ABCE-91022237D3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7643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485E715F-A05B-F2BC-ABF4-447E9B58E0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499001" y="5684309"/>
            <a:ext cx="1709209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73959" y="5435073"/>
            <a:ext cx="121073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90A781D-A4F3-4137-8E12-E0C9471C2F91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C792064-86EA-462B-ABCE-91022237D3F7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2B6090-1D21-5610-7943-4C4F96A6C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463823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46131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882896"/>
            <a:ext cx="3657603" cy="1453896"/>
          </a:xfrm>
        </p:spPr>
        <p:txBody>
          <a:bodyPr anchor="t">
            <a:norm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38F5DE0-1AA8-5320-EBEC-7B2EEF39963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0" y="548642"/>
            <a:ext cx="3490175" cy="4041647"/>
          </a:xfrm>
          <a:custGeom>
            <a:avLst/>
            <a:gdLst>
              <a:gd name="connsiteX0" fmla="*/ 1745088 w 3490175"/>
              <a:gd name="connsiteY0" fmla="*/ 0 h 4041647"/>
              <a:gd name="connsiteX1" fmla="*/ 3490175 w 3490175"/>
              <a:gd name="connsiteY1" fmla="*/ 1745088 h 4041647"/>
              <a:gd name="connsiteX2" fmla="*/ 3490175 w 3490175"/>
              <a:gd name="connsiteY2" fmla="*/ 3141232 h 4041647"/>
              <a:gd name="connsiteX3" fmla="*/ 3490175 w 3490175"/>
              <a:gd name="connsiteY3" fmla="*/ 3490175 h 4041647"/>
              <a:gd name="connsiteX4" fmla="*/ 3490175 w 3490175"/>
              <a:gd name="connsiteY4" fmla="*/ 4041647 h 4041647"/>
              <a:gd name="connsiteX5" fmla="*/ 0 w 3490175"/>
              <a:gd name="connsiteY5" fmla="*/ 4041647 h 4041647"/>
              <a:gd name="connsiteX6" fmla="*/ 0 w 3490175"/>
              <a:gd name="connsiteY6" fmla="*/ 3490175 h 4041647"/>
              <a:gd name="connsiteX7" fmla="*/ 0 w 3490175"/>
              <a:gd name="connsiteY7" fmla="*/ 3141232 h 4041647"/>
              <a:gd name="connsiteX8" fmla="*/ 0 w 3490175"/>
              <a:gd name="connsiteY8" fmla="*/ 1745088 h 4041647"/>
              <a:gd name="connsiteX9" fmla="*/ 1745088 w 3490175"/>
              <a:gd name="connsiteY9" fmla="*/ 0 h 404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90175" h="4041647">
                <a:moveTo>
                  <a:pt x="1745088" y="0"/>
                </a:moveTo>
                <a:cubicBezTo>
                  <a:pt x="2708873" y="0"/>
                  <a:pt x="3490175" y="781302"/>
                  <a:pt x="3490175" y="1745088"/>
                </a:cubicBezTo>
                <a:lnTo>
                  <a:pt x="3490175" y="3141232"/>
                </a:lnTo>
                <a:lnTo>
                  <a:pt x="3490175" y="3490175"/>
                </a:lnTo>
                <a:lnTo>
                  <a:pt x="3490175" y="4041647"/>
                </a:lnTo>
                <a:lnTo>
                  <a:pt x="0" y="4041647"/>
                </a:lnTo>
                <a:lnTo>
                  <a:pt x="0" y="3490175"/>
                </a:lnTo>
                <a:lnTo>
                  <a:pt x="0" y="3141232"/>
                </a:lnTo>
                <a:lnTo>
                  <a:pt x="0" y="1745088"/>
                </a:lnTo>
                <a:cubicBezTo>
                  <a:pt x="0" y="781302"/>
                  <a:pt x="781302" y="0"/>
                  <a:pt x="1745088" y="0"/>
                </a:cubicBezTo>
                <a:close/>
              </a:path>
            </a:pathLst>
          </a:custGeom>
          <a:blipFill dpi="0" rotWithShape="1">
            <a:blip r:embed="rId2">
              <a:alphaModFix amt="8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37760" y="549275"/>
            <a:ext cx="6561138" cy="57594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90A781D-A4F3-4137-8E12-E0C9471C2F91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C792064-86EA-462B-ABCE-91022237D3F7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9C3A72-7CAE-129F-7490-B687280EF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646117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11066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64" y="559341"/>
            <a:ext cx="1075567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3C89FBB9-2C05-A4C1-ECB4-D6A5C4219E4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BBB07A11-50DE-6BC0-0514-6E2C14A4798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 flipH="1">
            <a:off x="-997746" y="4594946"/>
            <a:ext cx="2706690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B90A781D-A4F3-4137-8E12-E0C9471C2F91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3ED5F49-F9F7-05A9-62AC-C9C8DF2EADE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8569" y="6264201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C792064-86EA-462B-ABCE-91022237D3F7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1200" y="1713652"/>
            <a:ext cx="4387012" cy="46129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7" y="1713653"/>
            <a:ext cx="6533071" cy="514434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dirty="0"/>
            </a:lvl1pPr>
          </a:lstStyle>
          <a:p>
            <a:pPr marL="285750" lvl="0" indent="-28575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933801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7BBF55A-D91F-143D-FBB6-73995F00E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937761"/>
            <a:ext cx="6987537" cy="1353312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spcBef>
                <a:spcPts val="1000"/>
              </a:spcBef>
              <a:defRPr sz="2800" cap="none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2A4B4E-0B2F-F1BB-322A-713D1FB5F2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57400" y="549021"/>
            <a:ext cx="9455150" cy="4333875"/>
          </a:xfrm>
        </p:spPr>
        <p:txBody>
          <a:bodyPr anchor="b">
            <a:normAutofit/>
          </a:bodyPr>
          <a:lstStyle>
            <a:lvl1pPr>
              <a:defRPr sz="23200"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90A781D-A4F3-4137-8E12-E0C9471C2F91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C792064-86EA-462B-ABCE-91022237D3F7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6D47F-2AE5-2705-911C-52BBD6B7D8EA}"/>
              </a:ext>
            </a:extLst>
          </p:cNvPr>
          <p:cNvCxnSpPr>
            <a:cxnSpLocks/>
          </p:cNvCxnSpPr>
          <p:nvPr/>
        </p:nvCxnSpPr>
        <p:spPr>
          <a:xfrm flipV="1">
            <a:off x="137160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68003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28126"/>
            <a:ext cx="10652760" cy="1133856"/>
          </a:xfrm>
        </p:spPr>
        <p:txBody>
          <a:bodyPr/>
          <a:lstStyle>
            <a:lvl1pPr>
              <a:defRPr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A4897F-B66E-DAD4-F56C-6152B417CC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24138" y="2268748"/>
            <a:ext cx="6943724" cy="3954255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1pPr>
            <a:lvl2pPr marL="2286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2pPr>
            <a:lvl3pPr marL="4572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3pPr>
            <a:lvl4pPr marL="6858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4pPr>
            <a:lvl5pPr marL="9144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90A781D-A4F3-4137-8E12-E0C9471C2F91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C792064-86EA-462B-ABCE-91022237D3F7}" type="slidenum">
              <a:rPr lang="en-IN" smtClean="0"/>
              <a:t>‹#›</a:t>
            </a:fld>
            <a:endParaRPr lang="en-IN"/>
          </a:p>
        </p:txBody>
      </p:sp>
      <p:sp>
        <p:nvSpPr>
          <p:cNvPr id="6" name="Freeform: Shape 15">
            <a:extLst>
              <a:ext uri="{FF2B5EF4-FFF2-40B4-BE49-F238E27FC236}">
                <a16:creationId xmlns:a16="http://schemas.microsoft.com/office/drawing/2014/main" id="{8EFA7EFC-C6F9-B1D5-025F-824C1CE9A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057205" y="-1430380"/>
            <a:ext cx="6077590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47740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6D87B9B-22A3-322E-B7E8-223255AD09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40168" y="5669280"/>
            <a:ext cx="6311664" cy="466344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spcBef>
                <a:spcPts val="1000"/>
              </a:spcBef>
              <a:defRPr sz="1800" cap="all" baseline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6A9BC83F-8FE5-5223-2B3A-6E122D33630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97135" y="1744578"/>
            <a:ext cx="6997730" cy="3507906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 cap="all" baseline="0"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9" name="Freeform: Shape 15">
            <a:extLst>
              <a:ext uri="{FF2B5EF4-FFF2-40B4-BE49-F238E27FC236}">
                <a16:creationId xmlns:a16="http://schemas.microsoft.com/office/drawing/2014/main" id="{9F353A57-FA3C-A68C-4908-E774A52CB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2811380" y="-1681974"/>
            <a:ext cx="6569242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90A781D-A4F3-4137-8E12-E0C9471C2F91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C792064-86EA-462B-ABCE-91022237D3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46391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2FE6B-A4D8-8ED7-89D7-5E7F2C5B8F5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103438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86405AE-ED31-677D-86D8-01EAD583735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84947" y="2103121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90A781D-A4F3-4137-8E12-E0C9471C2F91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C792064-86EA-462B-ABCE-91022237D3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18719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5A6F3D-6630-C2E0-DC0A-6D2C0AAC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C38DBB1-A1FA-A460-88C8-B05F1570CA9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743200"/>
            <a:ext cx="5157187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2103120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2D763CC-A010-6A2B-FEF3-388EAC8417D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09361" y="274320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90A781D-A4F3-4137-8E12-E0C9471C2F91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C792064-86EA-462B-ABCE-91022237D3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986928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0796BC8-E1B7-E6D6-E86F-4A5CAECD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90A781D-A4F3-4137-8E12-E0C9471C2F91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C792064-86EA-462B-ABCE-91022237D3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07520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90A781D-A4F3-4137-8E12-E0C9471C2F91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C792064-86EA-462B-ABCE-91022237D3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062280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57200"/>
            <a:ext cx="7342307" cy="1133856"/>
          </a:xfrm>
          <a:noFill/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624328"/>
            <a:ext cx="10424160" cy="320040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90A781D-A4F3-4137-8E12-E0C9471C2F91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C792064-86EA-462B-ABCE-91022237D3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85582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CE8CC034-C652-239B-0064-9B0543AC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051F68D-E2E5-C625-0273-281CE6D493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2301836"/>
            <a:ext cx="10741150" cy="3921165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90A781D-A4F3-4137-8E12-E0C9471C2F91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C792064-86EA-462B-ABCE-91022237D3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62544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A781D-A4F3-4137-8E12-E0C9471C2F91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2064-86EA-462B-ABCE-91022237D3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115572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A781D-A4F3-4137-8E12-E0C9471C2F91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2064-86EA-462B-ABCE-91022237D3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0973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 flipH="1">
            <a:off x="-1131161" y="1592957"/>
            <a:ext cx="2973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61469"/>
            <a:ext cx="105156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25981" y="4687095"/>
            <a:ext cx="270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fld id="{B90A781D-A4F3-4137-8E12-E0C9471C2F91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5746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000">
                <a:solidFill>
                  <a:schemeClr val="tx1"/>
                </a:solidFill>
              </a:defRPr>
            </a:lvl1pPr>
          </a:lstStyle>
          <a:p>
            <a:fld id="{5C792064-86EA-462B-ABCE-91022237D3F7}" type="slidenum">
              <a:rPr lang="en-IN" smtClean="0"/>
              <a:t>‹#›</a:t>
            </a:fld>
            <a:endParaRPr lang="en-IN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4" y="1824111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4181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6" r:id="rId1"/>
    <p:sldLayoutId id="2147483827" r:id="rId2"/>
    <p:sldLayoutId id="2147483828" r:id="rId3"/>
    <p:sldLayoutId id="2147483829" r:id="rId4"/>
    <p:sldLayoutId id="2147483830" r:id="rId5"/>
    <p:sldLayoutId id="2147483831" r:id="rId6"/>
    <p:sldLayoutId id="2147483832" r:id="rId7"/>
    <p:sldLayoutId id="2147483833" r:id="rId8"/>
    <p:sldLayoutId id="2147483834" r:id="rId9"/>
    <p:sldLayoutId id="2147483835" r:id="rId10"/>
    <p:sldLayoutId id="2147483836" r:id="rId11"/>
    <p:sldLayoutId id="2147483837" r:id="rId12"/>
    <p:sldLayoutId id="2147483838" r:id="rId13"/>
    <p:sldLayoutId id="2147483839" r:id="rId14"/>
    <p:sldLayoutId id="2147483840" r:id="rId15"/>
    <p:sldLayoutId id="2147483841" r:id="rId16"/>
    <p:sldLayoutId id="2147483842" r:id="rId17"/>
    <p:sldLayoutId id="2147483843" r:id="rId18"/>
    <p:sldLayoutId id="2147483844" r:id="rId19"/>
    <p:sldLayoutId id="2147483845" r:id="rId20"/>
    <p:sldLayoutId id="2147483846" r:id="rId21"/>
    <p:sldLayoutId id="2147483847" r:id="rId22"/>
    <p:sldLayoutId id="2147483848" r:id="rId23"/>
    <p:sldLayoutId id="2147483849" r:id="rId24"/>
    <p:sldLayoutId id="2147483850" r:id="rId25"/>
    <p:sldLayoutId id="2147483851" r:id="rId26"/>
    <p:sldLayoutId id="2147483852" r:id="rId27"/>
    <p:sldLayoutId id="2147483853" r:id="rId28"/>
    <p:sldLayoutId id="2147483854" r:id="rId2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6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8">
          <p15:clr>
            <a:srgbClr val="F26B43"/>
          </p15:clr>
        </p15:guide>
        <p15:guide id="2" pos="528">
          <p15:clr>
            <a:srgbClr val="F26B43"/>
          </p15:clr>
        </p15:guide>
        <p15:guide id="3" orient="horz" pos="3792">
          <p15:clr>
            <a:srgbClr val="F26B43"/>
          </p15:clr>
        </p15:guide>
        <p15:guide id="4" pos="7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205DE-A82B-B963-89A6-ECE465BB1409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538817" y="1439332"/>
            <a:ext cx="9114366" cy="2269068"/>
          </a:xfrm>
        </p:spPr>
        <p:txBody>
          <a:bodyPr>
            <a:noAutofit/>
          </a:bodyPr>
          <a:lstStyle/>
          <a:p>
            <a:r>
              <a:rPr lang="en-IN" sz="8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MINDLYTICSCARE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ECC3BC-30C9-FDC1-ED31-2F2ACCB035D5}"/>
              </a:ext>
            </a:extLst>
          </p:cNvPr>
          <p:cNvSpPr txBox="1"/>
          <p:nvPr/>
        </p:nvSpPr>
        <p:spPr>
          <a:xfrm>
            <a:off x="6934200" y="4699000"/>
            <a:ext cx="5314212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3200" dirty="0"/>
              <a:t>PRESENTED BY ALFA ALIAS</a:t>
            </a:r>
          </a:p>
          <a:p>
            <a:pPr algn="ctr"/>
            <a:r>
              <a:rPr lang="en-IN" sz="3200" dirty="0"/>
              <a:t>  S3MCA</a:t>
            </a:r>
          </a:p>
          <a:p>
            <a:pPr algn="ctr"/>
            <a:r>
              <a:rPr lang="en-IN" sz="3200" dirty="0"/>
              <a:t>PROJECT HEAD :</a:t>
            </a:r>
          </a:p>
          <a:p>
            <a:pPr algn="ctr"/>
            <a:r>
              <a:rPr lang="en-IN" sz="3200" dirty="0"/>
              <a:t>ASWATHI</a:t>
            </a:r>
          </a:p>
        </p:txBody>
      </p:sp>
    </p:spTree>
    <p:extLst>
      <p:ext uri="{BB962C8B-B14F-4D97-AF65-F5344CB8AC3E}">
        <p14:creationId xmlns:p14="http://schemas.microsoft.com/office/powerpoint/2010/main" val="1179194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F18FA-EE26-4D9D-BBA0-BE5F8BCB8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8000" dirty="0"/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F702D-3909-9DBE-5610-9DB167A10D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project “</a:t>
            </a:r>
            <a:r>
              <a:rPr lang="en-US" dirty="0" err="1"/>
              <a:t>MindlyticsCare</a:t>
            </a:r>
            <a:r>
              <a:rPr lang="en-US" dirty="0"/>
              <a:t>: AI-Powered Psychological Wellness and Behavioral Growth Platform” aims to promote psychological wellness and personal development through an intelligent, user-friendly digital platform. Maintaining emotional well-being and developing healthy habits are essential for a balanced lifestyle. However, individuals may find it difficult to monitor their emotional patterns, maintain consistency in daily habits, and identify suitable strategies for personal growth.</a:t>
            </a:r>
          </a:p>
          <a:p>
            <a:r>
              <a:rPr lang="en-US" dirty="0" err="1"/>
              <a:t>MindlyticsCare</a:t>
            </a:r>
            <a:r>
              <a:rPr lang="en-US" dirty="0"/>
              <a:t> introduces an integrated solution that enables users to record daily wellness check-ins, write journal entries, monitor wellness scores, track habits, and participate in 21-day behavioral improvement challenges. The unique feature of the system is its AI-powered wellness analysis, which evaluates user reflections and provides personalized insights, recommendations, hobby-based activities, book suggestions, and conversational wellness guidance.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234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CCB6F-6E2C-2980-6999-E1A302345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8000" dirty="0"/>
              <a:t>DFD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BB9110D-9905-D3C6-8376-EF8A0F1E57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98" t="7398" r="1724" b="3404"/>
          <a:stretch>
            <a:fillRect/>
          </a:stretch>
        </p:blipFill>
        <p:spPr>
          <a:xfrm>
            <a:off x="2578100" y="2159000"/>
            <a:ext cx="7035800" cy="3674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571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E2EE92A-74F5-2039-A0E0-A07F6211005C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5" t="5543" r="5866" b="4530"/>
          <a:stretch>
            <a:fillRect/>
          </a:stretch>
        </p:blipFill>
        <p:spPr>
          <a:xfrm>
            <a:off x="2709333" y="821267"/>
            <a:ext cx="6773334" cy="5257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144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B14DBF3-F05C-0E38-601D-976C86D73DAF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52" t="2407" r="7374" b="2407"/>
          <a:stretch>
            <a:fillRect/>
          </a:stretch>
        </p:blipFill>
        <p:spPr>
          <a:xfrm>
            <a:off x="2345267" y="634999"/>
            <a:ext cx="7323666" cy="558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726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CE888-3869-AF44-E9F2-9554DB65F52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92667" y="313233"/>
            <a:ext cx="10515600" cy="1117600"/>
          </a:xfrm>
        </p:spPr>
        <p:txBody>
          <a:bodyPr/>
          <a:lstStyle/>
          <a:p>
            <a:r>
              <a:rPr lang="en-IN" dirty="0"/>
              <a:t>TABLES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6B13541-294F-C9E1-BD4A-5F20B09BCA4E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29" t="4950" r="4768" b="13328"/>
          <a:stretch>
            <a:fillRect/>
          </a:stretch>
        </p:blipFill>
        <p:spPr>
          <a:xfrm>
            <a:off x="956732" y="1854201"/>
            <a:ext cx="4191001" cy="3556000"/>
          </a:xfrm>
          <a:prstGeom prst="rect">
            <a:avLst/>
          </a:prstGeom>
        </p:spPr>
      </p:pic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F8EF5EC4-583F-C383-585D-10892B36EA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60" t="4341" r="7153" b="12219"/>
          <a:stretch>
            <a:fillRect/>
          </a:stretch>
        </p:blipFill>
        <p:spPr>
          <a:xfrm>
            <a:off x="6747932" y="1659468"/>
            <a:ext cx="3293535" cy="439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2772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032DF26-7E7F-02BB-7F0E-099B47E93B2C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19" t="4124" r="4798" b="5377"/>
          <a:stretch>
            <a:fillRect/>
          </a:stretch>
        </p:blipFill>
        <p:spPr>
          <a:xfrm>
            <a:off x="482602" y="177800"/>
            <a:ext cx="4490795" cy="6353851"/>
          </a:xfrm>
          <a:prstGeom prst="rect">
            <a:avLst/>
          </a:prstGeom>
        </p:spPr>
      </p:pic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7F57A64D-BC46-9D8A-FFB5-3E9DE84476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70" t="3776" r="5883" b="5725"/>
          <a:stretch>
            <a:fillRect/>
          </a:stretch>
        </p:blipFill>
        <p:spPr>
          <a:xfrm>
            <a:off x="6515872" y="252074"/>
            <a:ext cx="4490795" cy="6353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410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08526-8574-0C90-DD1E-2B02A095B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METHEDOLOGY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0A164A3-91A4-3497-A32D-29BDF4944F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4331" y="2062163"/>
            <a:ext cx="7323337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0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654E4EC-E165-E5B9-F6BE-6A326A53364A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264" y="455083"/>
            <a:ext cx="10587694" cy="5947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8974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7D38C52-5778-D54D-AB7C-9F49C16DF038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706" y="313266"/>
            <a:ext cx="11092588" cy="6231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7032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5DD7C08-E1DC-3D2B-CA30-AF42839DAC50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154" y="399199"/>
            <a:ext cx="11123579" cy="6149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6990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BCCE6B5-47DA-8071-E37D-889DADFEE242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533" y="440379"/>
            <a:ext cx="10640043" cy="5977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2398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01ED4AB-822F-EA9E-BD77-AF64D466C2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448733"/>
            <a:ext cx="10155766" cy="618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5944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A8EBF2-A900-718F-F88D-33694093FA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0" y="663924"/>
            <a:ext cx="10236200" cy="5530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9241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CE6CE8F-339C-9079-863E-6E3811BC5C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775" y="386112"/>
            <a:ext cx="11328449" cy="608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361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4BF64E-5F2B-5745-29B4-FC865029C6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692" y="369729"/>
            <a:ext cx="11276615" cy="6118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1562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F6B964-6478-26B3-B590-B2489171E6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066" y="332786"/>
            <a:ext cx="11463867" cy="6192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9156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08059C-E32E-B7B0-46CD-14018F7D09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547" y="400933"/>
            <a:ext cx="11200906" cy="6056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6828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52835B-55AA-B047-CFF6-708BC218E5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166" y="372294"/>
            <a:ext cx="11313667" cy="6113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6229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6B71D1-D396-8164-0267-455AC7FDCF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666" y="464104"/>
            <a:ext cx="11006667" cy="592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1213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04FAD-D80F-10F2-B0C6-FC327DF3D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SCREENSHOTS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829881-651E-1E05-0F80-7AC8033A8F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9571" y="1870910"/>
            <a:ext cx="2797980" cy="46213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A25BB67-F486-F11E-E369-2DB1C4E1D1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5178" y="1870910"/>
            <a:ext cx="3290082" cy="4621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6287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873FEE-A034-91BF-510A-849CE9DF8B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823" y="346483"/>
            <a:ext cx="10924920" cy="599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2552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FE66B4-E351-8DE9-2FA0-0C209F6B2B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414" y="633663"/>
            <a:ext cx="3962433" cy="55906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8653E27-05E2-A047-09FE-28655EB6AD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633663"/>
            <a:ext cx="5470444" cy="5590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795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9D492F-225B-1A1D-F91C-684D3736BC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112" y="617114"/>
            <a:ext cx="5123257" cy="56237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F88333D-0752-5C33-C224-14E0800F23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1157" y="617114"/>
            <a:ext cx="5871321" cy="5623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0546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D127E6-441A-CBE1-B268-5A70D1ACAB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26" y="1012528"/>
            <a:ext cx="5653074" cy="48329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2CAE0C5-EA71-ACA0-B7D7-2F53D4EEC9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012528"/>
            <a:ext cx="6033151" cy="4832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1202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0D7641-BE74-7E42-18F6-D34456AA8A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210" y="513147"/>
            <a:ext cx="10507579" cy="5831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5686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76FF18-7832-0FE2-D8BF-3AB0F66347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76"/>
          <a:stretch>
            <a:fillRect/>
          </a:stretch>
        </p:blipFill>
        <p:spPr>
          <a:xfrm>
            <a:off x="597662" y="456258"/>
            <a:ext cx="10996676" cy="5945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9180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0506BC-B996-AC1D-710D-48864A62A3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659" y="558743"/>
            <a:ext cx="9272681" cy="5740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8589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950707-995C-16E2-590C-F76B6796DB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867" y="187355"/>
            <a:ext cx="10031529" cy="6483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6504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E7577D-6FAD-AA5D-7565-216DC8EB0C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45" y="1490521"/>
            <a:ext cx="5329534" cy="39535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1A3BBEF-7A47-BBBB-DEF3-8CC873666D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0667" y="1490522"/>
            <a:ext cx="5474944" cy="3876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4234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971302-F5B2-3FD9-EE36-E1D96619E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166" y="924984"/>
            <a:ext cx="11641667" cy="5008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3328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BE9338-70DD-9F45-86E3-835E748B13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855" y="591650"/>
            <a:ext cx="11822290" cy="5674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6469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16EE3C-D9C0-0BA6-9DFB-6A04AD7A81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886" y="569582"/>
            <a:ext cx="11656227" cy="5718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9590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392C59C-6F07-73DA-0E4A-BAE79F22F2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57" y="415192"/>
            <a:ext cx="10954527" cy="6129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4855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16323D-653E-B088-0298-1BFA43D0C004}"/>
              </a:ext>
            </a:extLst>
          </p:cNvPr>
          <p:cNvSpPr txBox="1"/>
          <p:nvPr/>
        </p:nvSpPr>
        <p:spPr>
          <a:xfrm>
            <a:off x="3594100" y="2540000"/>
            <a:ext cx="50037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203644341"/>
      </p:ext>
    </p:extLst>
  </p:cSld>
  <p:clrMapOvr>
    <a:masterClrMapping/>
  </p:clrMapOvr>
</p:sld>
</file>

<file path=ppt/theme/theme1.xml><?xml version="1.0" encoding="utf-8"?>
<a:theme xmlns:a="http://schemas.openxmlformats.org/drawingml/2006/main" name="Archway">
  <a:themeElements>
    <a:clrScheme name="Archway">
      <a:dk1>
        <a:sysClr val="windowText" lastClr="000000"/>
      </a:dk1>
      <a:lt1>
        <a:sysClr val="window" lastClr="FFFFFF"/>
      </a:lt1>
      <a:dk2>
        <a:srgbClr val="424C4E"/>
      </a:dk2>
      <a:lt2>
        <a:srgbClr val="EDE9E7"/>
      </a:lt2>
      <a:accent1>
        <a:srgbClr val="9FA597"/>
      </a:accent1>
      <a:accent2>
        <a:srgbClr val="AEA67E"/>
      </a:accent2>
      <a:accent3>
        <a:srgbClr val="957D71"/>
      </a:accent3>
      <a:accent4>
        <a:srgbClr val="C88769"/>
      </a:accent4>
      <a:accent5>
        <a:srgbClr val="97A4AA"/>
      </a:accent5>
      <a:accent6>
        <a:srgbClr val="9FA4A5"/>
      </a:accent6>
      <a:hlink>
        <a:srgbClr val="8C9484"/>
      </a:hlink>
      <a:folHlink>
        <a:srgbClr val="C17957"/>
      </a:folHlink>
    </a:clrScheme>
    <a:fontScheme name="Archway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" id="{CCBE687C-D9F1-4254-B066-5079611C2397}" vid="{9D57D580-D4A7-454F-BF49-8DDDB4A8185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Archway</Template>
  <TotalTime>167</TotalTime>
  <Words>155</Words>
  <Application>Microsoft Office PowerPoint</Application>
  <PresentationFormat>Widescreen</PresentationFormat>
  <Paragraphs>13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Arial</vt:lpstr>
      <vt:lpstr>Felix Titling</vt:lpstr>
      <vt:lpstr>Goudy Old Style</vt:lpstr>
      <vt:lpstr>Archway</vt:lpstr>
      <vt:lpstr>MINDLYTICSCARE</vt:lpstr>
      <vt:lpstr>ABSTRACT</vt:lpstr>
      <vt:lpstr>DFD</vt:lpstr>
      <vt:lpstr>PowerPoint Presentation</vt:lpstr>
      <vt:lpstr>PowerPoint Presentation</vt:lpstr>
      <vt:lpstr>TABLES</vt:lpstr>
      <vt:lpstr>PowerPoint Presentation</vt:lpstr>
      <vt:lpstr>METHEDOLOGY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SCREENSHOTS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Alfa Alias</dc:creator>
  <cp:lastModifiedBy>Alfa Alias</cp:lastModifiedBy>
  <cp:revision>1</cp:revision>
  <dcterms:created xsi:type="dcterms:W3CDTF">2026-10-14T09:49:34Z</dcterms:created>
  <dcterms:modified xsi:type="dcterms:W3CDTF">2026-10-15T02:57:19Z</dcterms:modified>
</cp:coreProperties>
</file>