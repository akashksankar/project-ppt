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3" r:id="rId4"/>
    <p:sldId id="258" r:id="rId5"/>
    <p:sldId id="259" r:id="rId6"/>
    <p:sldId id="260" r:id="rId7"/>
    <p:sldId id="261" r:id="rId8"/>
    <p:sldId id="262" r:id="rId9"/>
    <p:sldId id="263" r:id="rId10"/>
    <p:sldId id="266" r:id="rId11"/>
    <p:sldId id="267" r:id="rId12"/>
    <p:sldId id="268" r:id="rId13"/>
    <p:sldId id="284" r:id="rId14"/>
    <p:sldId id="269" r:id="rId15"/>
    <p:sldId id="270" r:id="rId16"/>
    <p:sldId id="273" r:id="rId17"/>
    <p:sldId id="274" r:id="rId18"/>
    <p:sldId id="277" r:id="rId19"/>
    <p:sldId id="287" r:id="rId20"/>
    <p:sldId id="285" r:id="rId21"/>
    <p:sldId id="286" r:id="rId22"/>
    <p:sldId id="271" r:id="rId23"/>
    <p:sldId id="276" r:id="rId24"/>
    <p:sldId id="272" r:id="rId25"/>
    <p:sldId id="288" r:id="rId26"/>
  </p:sldIdLst>
  <p:sldSz cx="12192000" cy="6858000"/>
  <p:notesSz cx="6858000" cy="12192000"/>
  <p:embeddedFontLst>
    <p:embeddedFont>
      <p:font typeface="DM Sans" pitchFamily="2" charset="0"/>
      <p:regular r:id="rId28"/>
    </p:embeddedFont>
    <p:embeddedFont>
      <p:font typeface="DM Sans Bold" charset="0"/>
      <p:regular r:id="rId29"/>
    </p:embeddedFont>
    <p:embeddedFont>
      <p:font typeface="DM Sans SemiBold" panose="020B0604020202020204" charset="0"/>
      <p:regular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DEE0D0-29F6-4DBB-9E6B-A885CBFA171B}" v="4" dt="2026-10-14T18:46:58.39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draj br" userId="a19f6aad845830a8" providerId="LiveId" clId="{4B4FF27E-0F4F-4F27-8D73-648A23FB1239}"/>
    <pc:docChg chg="undo custSel addSld delSld modSld sldOrd">
      <pc:chgData name="Anandraj br" userId="a19f6aad845830a8" providerId="LiveId" clId="{4B4FF27E-0F4F-4F27-8D73-648A23FB1239}" dt="2026-10-15T03:00:53.330" v="242" actId="47"/>
      <pc:docMkLst>
        <pc:docMk/>
      </pc:docMkLst>
      <pc:sldChg chg="addSp delSp modSp mod">
        <pc:chgData name="Anandraj br" userId="a19f6aad845830a8" providerId="LiveId" clId="{4B4FF27E-0F4F-4F27-8D73-648A23FB1239}" dt="2026-10-14T18:42:18.954" v="60" actId="1076"/>
        <pc:sldMkLst>
          <pc:docMk/>
          <pc:sldMk cId="0" sldId="258"/>
        </pc:sldMkLst>
        <pc:spChg chg="mod">
          <ac:chgData name="Anandraj br" userId="a19f6aad845830a8" providerId="LiveId" clId="{4B4FF27E-0F4F-4F27-8D73-648A23FB1239}" dt="2026-10-14T18:40:56.657" v="48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Anandraj br" userId="a19f6aad845830a8" providerId="LiveId" clId="{4B4FF27E-0F4F-4F27-8D73-648A23FB1239}" dt="2026-10-14T18:41:42.706" v="54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Anandraj br" userId="a19f6aad845830a8" providerId="LiveId" clId="{4B4FF27E-0F4F-4F27-8D73-648A23FB1239}" dt="2026-10-14T18:41:37.463" v="53" actId="1076"/>
          <ac:spMkLst>
            <pc:docMk/>
            <pc:sldMk cId="0" sldId="258"/>
            <ac:spMk id="6" creationId="{00000000-0000-0000-0000-000000000000}"/>
          </ac:spMkLst>
        </pc:spChg>
        <pc:spChg chg="mod">
          <ac:chgData name="Anandraj br" userId="a19f6aad845830a8" providerId="LiveId" clId="{4B4FF27E-0F4F-4F27-8D73-648A23FB1239}" dt="2026-10-14T18:42:02.190" v="57" actId="1076"/>
          <ac:spMkLst>
            <pc:docMk/>
            <pc:sldMk cId="0" sldId="258"/>
            <ac:spMk id="8" creationId="{00000000-0000-0000-0000-000000000000}"/>
          </ac:spMkLst>
        </pc:spChg>
        <pc:spChg chg="mod">
          <ac:chgData name="Anandraj br" userId="a19f6aad845830a8" providerId="LiveId" clId="{4B4FF27E-0F4F-4F27-8D73-648A23FB1239}" dt="2026-10-14T18:41:53.450" v="55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Anandraj br" userId="a19f6aad845830a8" providerId="LiveId" clId="{4B4FF27E-0F4F-4F27-8D73-648A23FB1239}" dt="2026-10-14T18:42:13.788" v="59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nandraj br" userId="a19f6aad845830a8" providerId="LiveId" clId="{4B4FF27E-0F4F-4F27-8D73-648A23FB1239}" dt="2026-10-14T18:42:08.113" v="58" actId="1076"/>
          <ac:spMkLst>
            <pc:docMk/>
            <pc:sldMk cId="0" sldId="258"/>
            <ac:spMk id="12" creationId="{00000000-0000-0000-0000-000000000000}"/>
          </ac:spMkLst>
        </pc:spChg>
        <pc:picChg chg="del">
          <ac:chgData name="Anandraj br" userId="a19f6aad845830a8" providerId="LiveId" clId="{4B4FF27E-0F4F-4F27-8D73-648A23FB1239}" dt="2026-10-14T18:41:11.499" v="50" actId="478"/>
          <ac:picMkLst>
            <pc:docMk/>
            <pc:sldMk cId="0" sldId="258"/>
            <ac:picMk id="2" creationId="{00000000-0000-0000-0000-000000000000}"/>
          </ac:picMkLst>
        </pc:picChg>
        <pc:picChg chg="mod">
          <ac:chgData name="Anandraj br" userId="a19f6aad845830a8" providerId="LiveId" clId="{4B4FF27E-0F4F-4F27-8D73-648A23FB1239}" dt="2026-10-14T18:41:28.559" v="52" actId="1076"/>
          <ac:picMkLst>
            <pc:docMk/>
            <pc:sldMk cId="0" sldId="258"/>
            <ac:picMk id="4" creationId="{00000000-0000-0000-0000-000000000000}"/>
          </ac:picMkLst>
        </pc:picChg>
        <pc:picChg chg="mod">
          <ac:chgData name="Anandraj br" userId="a19f6aad845830a8" providerId="LiveId" clId="{4B4FF27E-0F4F-4F27-8D73-648A23FB1239}" dt="2026-10-14T18:41:28.559" v="52" actId="1076"/>
          <ac:picMkLst>
            <pc:docMk/>
            <pc:sldMk cId="0" sldId="258"/>
            <ac:picMk id="7" creationId="{00000000-0000-0000-0000-000000000000}"/>
          </ac:picMkLst>
        </pc:picChg>
        <pc:picChg chg="mod">
          <ac:chgData name="Anandraj br" userId="a19f6aad845830a8" providerId="LiveId" clId="{4B4FF27E-0F4F-4F27-8D73-648A23FB1239}" dt="2026-10-14T18:41:28.559" v="52" actId="1076"/>
          <ac:picMkLst>
            <pc:docMk/>
            <pc:sldMk cId="0" sldId="258"/>
            <ac:picMk id="10" creationId="{00000000-0000-0000-0000-000000000000}"/>
          </ac:picMkLst>
        </pc:picChg>
        <pc:picChg chg="add mod">
          <ac:chgData name="Anandraj br" userId="a19f6aad845830a8" providerId="LiveId" clId="{4B4FF27E-0F4F-4F27-8D73-648A23FB1239}" dt="2026-10-14T18:42:18.954" v="60" actId="1076"/>
          <ac:picMkLst>
            <pc:docMk/>
            <pc:sldMk cId="0" sldId="258"/>
            <ac:picMk id="14" creationId="{1FF5237B-5DF5-413F-9EE6-4A3187F8EC81}"/>
          </ac:picMkLst>
        </pc:picChg>
      </pc:sldChg>
      <pc:sldChg chg="modSp mod">
        <pc:chgData name="Anandraj br" userId="a19f6aad845830a8" providerId="LiveId" clId="{4B4FF27E-0F4F-4F27-8D73-648A23FB1239}" dt="2026-10-14T18:39:04.194" v="18" actId="20577"/>
        <pc:sldMkLst>
          <pc:docMk/>
          <pc:sldMk cId="0" sldId="259"/>
        </pc:sldMkLst>
        <pc:spChg chg="mod">
          <ac:chgData name="Anandraj br" userId="a19f6aad845830a8" providerId="LiveId" clId="{4B4FF27E-0F4F-4F27-8D73-648A23FB1239}" dt="2026-10-14T18:39:04.194" v="18" actId="20577"/>
          <ac:spMkLst>
            <pc:docMk/>
            <pc:sldMk cId="0" sldId="259"/>
            <ac:spMk id="2" creationId="{00000000-0000-0000-0000-000000000000}"/>
          </ac:spMkLst>
        </pc:spChg>
      </pc:sldChg>
      <pc:sldChg chg="modSp mod">
        <pc:chgData name="Anandraj br" userId="a19f6aad845830a8" providerId="LiveId" clId="{4B4FF27E-0F4F-4F27-8D73-648A23FB1239}" dt="2026-10-14T18:39:14.611" v="20" actId="20577"/>
        <pc:sldMkLst>
          <pc:docMk/>
          <pc:sldMk cId="0" sldId="260"/>
        </pc:sldMkLst>
        <pc:spChg chg="mod">
          <ac:chgData name="Anandraj br" userId="a19f6aad845830a8" providerId="LiveId" clId="{4B4FF27E-0F4F-4F27-8D73-648A23FB1239}" dt="2026-10-14T18:39:14.611" v="20" actId="20577"/>
          <ac:spMkLst>
            <pc:docMk/>
            <pc:sldMk cId="0" sldId="260"/>
            <ac:spMk id="2" creationId="{00000000-0000-0000-0000-000000000000}"/>
          </ac:spMkLst>
        </pc:spChg>
      </pc:sldChg>
      <pc:sldChg chg="modSp mod">
        <pc:chgData name="Anandraj br" userId="a19f6aad845830a8" providerId="LiveId" clId="{4B4FF27E-0F4F-4F27-8D73-648A23FB1239}" dt="2026-10-14T18:39:20.087" v="22" actId="20577"/>
        <pc:sldMkLst>
          <pc:docMk/>
          <pc:sldMk cId="0" sldId="261"/>
        </pc:sldMkLst>
        <pc:spChg chg="mod">
          <ac:chgData name="Anandraj br" userId="a19f6aad845830a8" providerId="LiveId" clId="{4B4FF27E-0F4F-4F27-8D73-648A23FB1239}" dt="2026-10-14T18:39:20.087" v="22" actId="20577"/>
          <ac:spMkLst>
            <pc:docMk/>
            <pc:sldMk cId="0" sldId="261"/>
            <ac:spMk id="2" creationId="{00000000-0000-0000-0000-000000000000}"/>
          </ac:spMkLst>
        </pc:spChg>
      </pc:sldChg>
      <pc:sldChg chg="mod modClrScheme chgLayout">
        <pc:chgData name="Anandraj br" userId="a19f6aad845830a8" providerId="LiveId" clId="{4B4FF27E-0F4F-4F27-8D73-648A23FB1239}" dt="2026-10-14T18:46:00.747" v="73" actId="700"/>
        <pc:sldMkLst>
          <pc:docMk/>
          <pc:sldMk cId="2431289501" sldId="267"/>
        </pc:sldMkLst>
      </pc:sldChg>
      <pc:sldChg chg="addSp delSp modSp mod modClrScheme chgLayout">
        <pc:chgData name="Anandraj br" userId="a19f6aad845830a8" providerId="LiveId" clId="{4B4FF27E-0F4F-4F27-8D73-648A23FB1239}" dt="2026-10-14T18:48:45.385" v="90" actId="1076"/>
        <pc:sldMkLst>
          <pc:docMk/>
          <pc:sldMk cId="3568140164" sldId="268"/>
        </pc:sldMkLst>
        <pc:spChg chg="add del mod">
          <ac:chgData name="Anandraj br" userId="a19f6aad845830a8" providerId="LiveId" clId="{4B4FF27E-0F4F-4F27-8D73-648A23FB1239}" dt="2026-10-14T18:45:41.216" v="71"/>
          <ac:spMkLst>
            <pc:docMk/>
            <pc:sldMk cId="3568140164" sldId="268"/>
            <ac:spMk id="2" creationId="{26CFBFC4-3A95-2279-E7AE-E9995897E4DE}"/>
          </ac:spMkLst>
        </pc:spChg>
        <pc:spChg chg="add del mod">
          <ac:chgData name="Anandraj br" userId="a19f6aad845830a8" providerId="LiveId" clId="{4B4FF27E-0F4F-4F27-8D73-648A23FB1239}" dt="2026-10-14T18:46:24.421" v="78" actId="478"/>
          <ac:spMkLst>
            <pc:docMk/>
            <pc:sldMk cId="3568140164" sldId="268"/>
            <ac:spMk id="5" creationId="{213776B4-9B43-FC35-CA40-68237D2BD446}"/>
          </ac:spMkLst>
        </pc:spChg>
        <pc:spChg chg="add mod">
          <ac:chgData name="Anandraj br" userId="a19f6aad845830a8" providerId="LiveId" clId="{4B4FF27E-0F4F-4F27-8D73-648A23FB1239}" dt="2026-10-14T18:48:03.350" v="86" actId="207"/>
          <ac:spMkLst>
            <pc:docMk/>
            <pc:sldMk cId="3568140164" sldId="268"/>
            <ac:spMk id="7" creationId="{3A2BA6D2-3BCD-5784-E5D0-342851616BC9}"/>
          </ac:spMkLst>
        </pc:spChg>
        <pc:picChg chg="del">
          <ac:chgData name="Anandraj br" userId="a19f6aad845830a8" providerId="LiveId" clId="{4B4FF27E-0F4F-4F27-8D73-648A23FB1239}" dt="2026-10-14T18:36:37.316" v="0" actId="478"/>
          <ac:picMkLst>
            <pc:docMk/>
            <pc:sldMk cId="3568140164" sldId="268"/>
            <ac:picMk id="3" creationId="{26E25949-13A2-F1E8-D58D-45E559648B03}"/>
          </ac:picMkLst>
        </pc:picChg>
        <pc:picChg chg="add mod">
          <ac:chgData name="Anandraj br" userId="a19f6aad845830a8" providerId="LiveId" clId="{4B4FF27E-0F4F-4F27-8D73-648A23FB1239}" dt="2026-10-14T18:48:45.385" v="90" actId="1076"/>
          <ac:picMkLst>
            <pc:docMk/>
            <pc:sldMk cId="3568140164" sldId="268"/>
            <ac:picMk id="9" creationId="{1C1F9AEF-B0DB-C6D6-B3E8-0934C7FF0F2B}"/>
          </ac:picMkLst>
        </pc:picChg>
      </pc:sldChg>
      <pc:sldChg chg="addSp modSp new mod">
        <pc:chgData name="Anandraj br" userId="a19f6aad845830a8" providerId="LiveId" clId="{4B4FF27E-0F4F-4F27-8D73-648A23FB1239}" dt="2026-10-14T18:56:43.067" v="111" actId="14100"/>
        <pc:sldMkLst>
          <pc:docMk/>
          <pc:sldMk cId="2897375220" sldId="269"/>
        </pc:sldMkLst>
        <pc:picChg chg="add mod">
          <ac:chgData name="Anandraj br" userId="a19f6aad845830a8" providerId="LiveId" clId="{4B4FF27E-0F4F-4F27-8D73-648A23FB1239}" dt="2026-10-14T18:56:26.416" v="108" actId="1076"/>
          <ac:picMkLst>
            <pc:docMk/>
            <pc:sldMk cId="2897375220" sldId="269"/>
            <ac:picMk id="3" creationId="{18F3AACC-A3DB-24E3-8D1B-684C67E8BE81}"/>
          </ac:picMkLst>
        </pc:picChg>
        <pc:picChg chg="add mod">
          <ac:chgData name="Anandraj br" userId="a19f6aad845830a8" providerId="LiveId" clId="{4B4FF27E-0F4F-4F27-8D73-648A23FB1239}" dt="2026-10-14T18:56:43.067" v="111" actId="14100"/>
          <ac:picMkLst>
            <pc:docMk/>
            <pc:sldMk cId="2897375220" sldId="269"/>
            <ac:picMk id="5" creationId="{5ADFC84F-E43C-245B-5F36-191B0C5985D8}"/>
          </ac:picMkLst>
        </pc:picChg>
      </pc:sldChg>
      <pc:sldChg chg="addSp delSp modSp new mod">
        <pc:chgData name="Anandraj br" userId="a19f6aad845830a8" providerId="LiveId" clId="{4B4FF27E-0F4F-4F27-8D73-648A23FB1239}" dt="2026-10-14T18:57:15.713" v="118" actId="1076"/>
        <pc:sldMkLst>
          <pc:docMk/>
          <pc:sldMk cId="1549310410" sldId="270"/>
        </pc:sldMkLst>
        <pc:picChg chg="add del mod">
          <ac:chgData name="Anandraj br" userId="a19f6aad845830a8" providerId="LiveId" clId="{4B4FF27E-0F4F-4F27-8D73-648A23FB1239}" dt="2026-10-14T18:57:07.657" v="114" actId="478"/>
          <ac:picMkLst>
            <pc:docMk/>
            <pc:sldMk cId="1549310410" sldId="270"/>
            <ac:picMk id="3" creationId="{DFEE1DE4-5638-A98C-8028-E044913F0402}"/>
          </ac:picMkLst>
        </pc:picChg>
        <pc:picChg chg="add mod">
          <ac:chgData name="Anandraj br" userId="a19f6aad845830a8" providerId="LiveId" clId="{4B4FF27E-0F4F-4F27-8D73-648A23FB1239}" dt="2026-10-14T18:57:15.713" v="118" actId="1076"/>
          <ac:picMkLst>
            <pc:docMk/>
            <pc:sldMk cId="1549310410" sldId="270"/>
            <ac:picMk id="5" creationId="{C050A582-E5EA-7549-0024-637D32CBC985}"/>
          </ac:picMkLst>
        </pc:picChg>
      </pc:sldChg>
      <pc:sldChg chg="addSp delSp modSp new mod ord">
        <pc:chgData name="Anandraj br" userId="a19f6aad845830a8" providerId="LiveId" clId="{4B4FF27E-0F4F-4F27-8D73-648A23FB1239}" dt="2026-10-15T02:51:52.521" v="205" actId="1076"/>
        <pc:sldMkLst>
          <pc:docMk/>
          <pc:sldMk cId="1255346509" sldId="271"/>
        </pc:sldMkLst>
        <pc:picChg chg="add del mod">
          <ac:chgData name="Anandraj br" userId="a19f6aad845830a8" providerId="LiveId" clId="{4B4FF27E-0F4F-4F27-8D73-648A23FB1239}" dt="2026-10-14T18:57:26.764" v="123" actId="478"/>
          <ac:picMkLst>
            <pc:docMk/>
            <pc:sldMk cId="1255346509" sldId="271"/>
            <ac:picMk id="3" creationId="{F18433CA-8247-F918-463E-742FBDA59B98}"/>
          </ac:picMkLst>
        </pc:picChg>
        <pc:picChg chg="add mod">
          <ac:chgData name="Anandraj br" userId="a19f6aad845830a8" providerId="LiveId" clId="{4B4FF27E-0F4F-4F27-8D73-648A23FB1239}" dt="2026-10-15T02:51:52.521" v="205" actId="1076"/>
          <ac:picMkLst>
            <pc:docMk/>
            <pc:sldMk cId="1255346509" sldId="271"/>
            <ac:picMk id="3" creationId="{F331656F-E159-1971-0549-06B47F5DE732}"/>
          </ac:picMkLst>
        </pc:picChg>
        <pc:picChg chg="add del mod">
          <ac:chgData name="Anandraj br" userId="a19f6aad845830a8" providerId="LiveId" clId="{4B4FF27E-0F4F-4F27-8D73-648A23FB1239}" dt="2026-10-15T02:51:37.720" v="202" actId="478"/>
          <ac:picMkLst>
            <pc:docMk/>
            <pc:sldMk cId="1255346509" sldId="271"/>
            <ac:picMk id="5" creationId="{C1D392C1-5B2E-5F7F-970A-46FDAE29EB33}"/>
          </ac:picMkLst>
        </pc:picChg>
      </pc:sldChg>
      <pc:sldChg chg="addSp delSp modSp new mod">
        <pc:chgData name="Anandraj br" userId="a19f6aad845830a8" providerId="LiveId" clId="{4B4FF27E-0F4F-4F27-8D73-648A23FB1239}" dt="2026-10-15T02:54:11.303" v="225" actId="1076"/>
        <pc:sldMkLst>
          <pc:docMk/>
          <pc:sldMk cId="300741431" sldId="272"/>
        </pc:sldMkLst>
        <pc:picChg chg="add del">
          <ac:chgData name="Anandraj br" userId="a19f6aad845830a8" providerId="LiveId" clId="{4B4FF27E-0F4F-4F27-8D73-648A23FB1239}" dt="2026-10-15T02:53:44.946" v="218" actId="478"/>
          <ac:picMkLst>
            <pc:docMk/>
            <pc:sldMk cId="300741431" sldId="272"/>
            <ac:picMk id="3" creationId="{9314903D-6594-21F5-6FA5-D8BC48C564B4}"/>
          </ac:picMkLst>
        </pc:picChg>
        <pc:picChg chg="add del mod">
          <ac:chgData name="Anandraj br" userId="a19f6aad845830a8" providerId="LiveId" clId="{4B4FF27E-0F4F-4F27-8D73-648A23FB1239}" dt="2026-10-14T18:57:44.276" v="130" actId="478"/>
          <ac:picMkLst>
            <pc:docMk/>
            <pc:sldMk cId="300741431" sldId="272"/>
            <ac:picMk id="3" creationId="{A6D127E7-6BEE-2201-0E32-1B6A774BEFBC}"/>
          </ac:picMkLst>
        </pc:picChg>
        <pc:picChg chg="add mod">
          <ac:chgData name="Anandraj br" userId="a19f6aad845830a8" providerId="LiveId" clId="{4B4FF27E-0F4F-4F27-8D73-648A23FB1239}" dt="2026-10-15T02:54:08.898" v="224" actId="1076"/>
          <ac:picMkLst>
            <pc:docMk/>
            <pc:sldMk cId="300741431" sldId="272"/>
            <ac:picMk id="5" creationId="{70A8D82D-A680-E316-086F-2BB054F78017}"/>
          </ac:picMkLst>
        </pc:picChg>
        <pc:picChg chg="add del mod">
          <ac:chgData name="Anandraj br" userId="a19f6aad845830a8" providerId="LiveId" clId="{4B4FF27E-0F4F-4F27-8D73-648A23FB1239}" dt="2026-10-14T18:57:54.363" v="133" actId="478"/>
          <ac:picMkLst>
            <pc:docMk/>
            <pc:sldMk cId="300741431" sldId="272"/>
            <ac:picMk id="5" creationId="{908E24B2-9703-8EE9-F498-F96F6ED12356}"/>
          </ac:picMkLst>
        </pc:picChg>
        <pc:picChg chg="add del mod">
          <ac:chgData name="Anandraj br" userId="a19f6aad845830a8" providerId="LiveId" clId="{4B4FF27E-0F4F-4F27-8D73-648A23FB1239}" dt="2026-10-15T02:52:09.974" v="208" actId="21"/>
          <ac:picMkLst>
            <pc:docMk/>
            <pc:sldMk cId="300741431" sldId="272"/>
            <ac:picMk id="7" creationId="{3B0C74DB-C4F3-9481-305B-E7FDE27A067E}"/>
          </ac:picMkLst>
        </pc:picChg>
        <pc:picChg chg="add mod">
          <ac:chgData name="Anandraj br" userId="a19f6aad845830a8" providerId="LiveId" clId="{4B4FF27E-0F4F-4F27-8D73-648A23FB1239}" dt="2026-10-15T02:54:11.303" v="225" actId="1076"/>
          <ac:picMkLst>
            <pc:docMk/>
            <pc:sldMk cId="300741431" sldId="272"/>
            <ac:picMk id="8" creationId="{FD46BEAA-1E66-3278-648B-8D39B4DE80B5}"/>
          </ac:picMkLst>
        </pc:picChg>
      </pc:sldChg>
      <pc:sldChg chg="addSp modSp new mod ord">
        <pc:chgData name="Anandraj br" userId="a19f6aad845830a8" providerId="LiveId" clId="{4B4FF27E-0F4F-4F27-8D73-648A23FB1239}" dt="2026-10-15T02:40:39.749" v="154"/>
        <pc:sldMkLst>
          <pc:docMk/>
          <pc:sldMk cId="3266167505" sldId="273"/>
        </pc:sldMkLst>
        <pc:picChg chg="add mod">
          <ac:chgData name="Anandraj br" userId="a19f6aad845830a8" providerId="LiveId" clId="{4B4FF27E-0F4F-4F27-8D73-648A23FB1239}" dt="2026-10-15T02:37:37.608" v="146"/>
          <ac:picMkLst>
            <pc:docMk/>
            <pc:sldMk cId="3266167505" sldId="273"/>
            <ac:picMk id="3" creationId="{97CA4060-2DE9-7C33-B1BE-1782EA9AE119}"/>
          </ac:picMkLst>
        </pc:picChg>
      </pc:sldChg>
      <pc:sldChg chg="addSp modSp new mod ord">
        <pc:chgData name="Anandraj br" userId="a19f6aad845830a8" providerId="LiveId" clId="{4B4FF27E-0F4F-4F27-8D73-648A23FB1239}" dt="2026-10-15T02:40:48.126" v="156"/>
        <pc:sldMkLst>
          <pc:docMk/>
          <pc:sldMk cId="250482511" sldId="274"/>
        </pc:sldMkLst>
        <pc:picChg chg="add mod">
          <ac:chgData name="Anandraj br" userId="a19f6aad845830a8" providerId="LiveId" clId="{4B4FF27E-0F4F-4F27-8D73-648A23FB1239}" dt="2026-10-15T02:37:56" v="148"/>
          <ac:picMkLst>
            <pc:docMk/>
            <pc:sldMk cId="250482511" sldId="274"/>
            <ac:picMk id="3" creationId="{8057CCC1-EC6D-46FF-3406-45E167D5B364}"/>
          </ac:picMkLst>
        </pc:picChg>
      </pc:sldChg>
      <pc:sldChg chg="addSp delSp modSp new del mod">
        <pc:chgData name="Anandraj br" userId="a19f6aad845830a8" providerId="LiveId" clId="{4B4FF27E-0F4F-4F27-8D73-648A23FB1239}" dt="2026-10-15T02:55:58.161" v="234" actId="47"/>
        <pc:sldMkLst>
          <pc:docMk/>
          <pc:sldMk cId="3571018991" sldId="275"/>
        </pc:sldMkLst>
        <pc:picChg chg="add del mod">
          <ac:chgData name="Anandraj br" userId="a19f6aad845830a8" providerId="LiveId" clId="{4B4FF27E-0F4F-4F27-8D73-648A23FB1239}" dt="2026-10-15T02:52:47.268" v="216" actId="21"/>
          <ac:picMkLst>
            <pc:docMk/>
            <pc:sldMk cId="3571018991" sldId="275"/>
            <ac:picMk id="3" creationId="{83870664-807A-7B82-32C6-1A2D11DA828C}"/>
          </ac:picMkLst>
        </pc:picChg>
      </pc:sldChg>
      <pc:sldChg chg="addSp delSp modSp new mod ord">
        <pc:chgData name="Anandraj br" userId="a19f6aad845830a8" providerId="LiveId" clId="{4B4FF27E-0F4F-4F27-8D73-648A23FB1239}" dt="2026-10-15T02:54:22.907" v="227" actId="1076"/>
        <pc:sldMkLst>
          <pc:docMk/>
          <pc:sldMk cId="1436458264" sldId="276"/>
        </pc:sldMkLst>
        <pc:picChg chg="add mod">
          <ac:chgData name="Anandraj br" userId="a19f6aad845830a8" providerId="LiveId" clId="{4B4FF27E-0F4F-4F27-8D73-648A23FB1239}" dt="2026-10-15T02:54:22.907" v="227" actId="1076"/>
          <ac:picMkLst>
            <pc:docMk/>
            <pc:sldMk cId="1436458264" sldId="276"/>
            <ac:picMk id="3" creationId="{D0FE2A8B-BD8A-8F00-A6AE-36714947DB13}"/>
          </ac:picMkLst>
        </pc:picChg>
        <pc:picChg chg="add del mod">
          <ac:chgData name="Anandraj br" userId="a19f6aad845830a8" providerId="LiveId" clId="{4B4FF27E-0F4F-4F27-8D73-648A23FB1239}" dt="2026-10-15T02:52:39.484" v="214" actId="21"/>
          <ac:picMkLst>
            <pc:docMk/>
            <pc:sldMk cId="1436458264" sldId="276"/>
            <ac:picMk id="5" creationId="{93DB704C-9D2C-0CC1-1F5D-187E8795CCCE}"/>
          </ac:picMkLst>
        </pc:picChg>
      </pc:sldChg>
      <pc:sldChg chg="addSp new mod ord">
        <pc:chgData name="Anandraj br" userId="a19f6aad845830a8" providerId="LiveId" clId="{4B4FF27E-0F4F-4F27-8D73-648A23FB1239}" dt="2026-10-15T02:43:27.775" v="160"/>
        <pc:sldMkLst>
          <pc:docMk/>
          <pc:sldMk cId="2715891552" sldId="277"/>
        </pc:sldMkLst>
        <pc:picChg chg="add">
          <ac:chgData name="Anandraj br" userId="a19f6aad845830a8" providerId="LiveId" clId="{4B4FF27E-0F4F-4F27-8D73-648A23FB1239}" dt="2026-10-15T02:41:48.329" v="157" actId="22"/>
          <ac:picMkLst>
            <pc:docMk/>
            <pc:sldMk cId="2715891552" sldId="277"/>
            <ac:picMk id="3" creationId="{DFCB1228-4B97-F706-FE9D-E1B8B4A8821F}"/>
          </ac:picMkLst>
        </pc:picChg>
      </pc:sldChg>
      <pc:sldChg chg="addSp delSp new del mod">
        <pc:chgData name="Anandraj br" userId="a19f6aad845830a8" providerId="LiveId" clId="{4B4FF27E-0F4F-4F27-8D73-648A23FB1239}" dt="2026-10-15T02:55:57.469" v="233" actId="47"/>
        <pc:sldMkLst>
          <pc:docMk/>
          <pc:sldMk cId="637534034" sldId="278"/>
        </pc:sldMkLst>
        <pc:picChg chg="add del">
          <ac:chgData name="Anandraj br" userId="a19f6aad845830a8" providerId="LiveId" clId="{4B4FF27E-0F4F-4F27-8D73-648A23FB1239}" dt="2026-10-15T02:54:31.921" v="228" actId="478"/>
          <ac:picMkLst>
            <pc:docMk/>
            <pc:sldMk cId="637534034" sldId="278"/>
            <ac:picMk id="3" creationId="{31A22793-FCE6-22F8-34AC-525A35DD44B0}"/>
          </ac:picMkLst>
        </pc:picChg>
      </pc:sldChg>
      <pc:sldChg chg="new del">
        <pc:chgData name="Anandraj br" userId="a19f6aad845830a8" providerId="LiveId" clId="{4B4FF27E-0F4F-4F27-8D73-648A23FB1239}" dt="2026-10-15T02:55:56.946" v="232" actId="47"/>
        <pc:sldMkLst>
          <pc:docMk/>
          <pc:sldMk cId="3536446171" sldId="279"/>
        </pc:sldMkLst>
      </pc:sldChg>
      <pc:sldChg chg="new del">
        <pc:chgData name="Anandraj br" userId="a19f6aad845830a8" providerId="LiveId" clId="{4B4FF27E-0F4F-4F27-8D73-648A23FB1239}" dt="2026-10-15T02:55:56.555" v="231" actId="47"/>
        <pc:sldMkLst>
          <pc:docMk/>
          <pc:sldMk cId="1186580767" sldId="280"/>
        </pc:sldMkLst>
      </pc:sldChg>
      <pc:sldChg chg="new del">
        <pc:chgData name="Anandraj br" userId="a19f6aad845830a8" providerId="LiveId" clId="{4B4FF27E-0F4F-4F27-8D73-648A23FB1239}" dt="2026-10-15T02:55:56.123" v="230" actId="47"/>
        <pc:sldMkLst>
          <pc:docMk/>
          <pc:sldMk cId="2230810865" sldId="281"/>
        </pc:sldMkLst>
      </pc:sldChg>
      <pc:sldChg chg="addSp delSp new del mod">
        <pc:chgData name="Anandraj br" userId="a19f6aad845830a8" providerId="LiveId" clId="{4B4FF27E-0F4F-4F27-8D73-648A23FB1239}" dt="2026-10-15T02:55:55.584" v="229" actId="47"/>
        <pc:sldMkLst>
          <pc:docMk/>
          <pc:sldMk cId="1187088814" sldId="282"/>
        </pc:sldMkLst>
        <pc:picChg chg="add del">
          <ac:chgData name="Anandraj br" userId="a19f6aad845830a8" providerId="LiveId" clId="{4B4FF27E-0F4F-4F27-8D73-648A23FB1239}" dt="2026-10-14T18:38:50.704" v="16" actId="21"/>
          <ac:picMkLst>
            <pc:docMk/>
            <pc:sldMk cId="1187088814" sldId="282"/>
            <ac:picMk id="3" creationId="{D6E704C3-3CED-6C21-264F-5281E5962242}"/>
          </ac:picMkLst>
        </pc:picChg>
      </pc:sldChg>
      <pc:sldChg chg="addSp modSp new del mod">
        <pc:chgData name="Anandraj br" userId="a19f6aad845830a8" providerId="LiveId" clId="{4B4FF27E-0F4F-4F27-8D73-648A23FB1239}" dt="2026-10-14T18:42:30.349" v="61" actId="47"/>
        <pc:sldMkLst>
          <pc:docMk/>
          <pc:sldMk cId="2893398765" sldId="283"/>
        </pc:sldMkLst>
        <pc:spChg chg="add mod">
          <ac:chgData name="Anandraj br" userId="a19f6aad845830a8" providerId="LiveId" clId="{4B4FF27E-0F4F-4F27-8D73-648A23FB1239}" dt="2026-10-14T18:39:47.554" v="41" actId="20577"/>
          <ac:spMkLst>
            <pc:docMk/>
            <pc:sldMk cId="2893398765" sldId="283"/>
            <ac:spMk id="3" creationId="{5967F1BB-AFFE-F168-3A9A-B8A4374DBA19}"/>
          </ac:spMkLst>
        </pc:spChg>
      </pc:sldChg>
      <pc:sldChg chg="addSp modSp new mod">
        <pc:chgData name="Anandraj br" userId="a19f6aad845830a8" providerId="LiveId" clId="{4B4FF27E-0F4F-4F27-8D73-648A23FB1239}" dt="2026-10-14T18:45:14.868" v="68"/>
        <pc:sldMkLst>
          <pc:docMk/>
          <pc:sldMk cId="3940106415" sldId="283"/>
        </pc:sldMkLst>
        <pc:spChg chg="add mod">
          <ac:chgData name="Anandraj br" userId="a19f6aad845830a8" providerId="LiveId" clId="{4B4FF27E-0F4F-4F27-8D73-648A23FB1239}" dt="2026-10-14T18:45:14.868" v="68"/>
          <ac:spMkLst>
            <pc:docMk/>
            <pc:sldMk cId="3940106415" sldId="283"/>
            <ac:spMk id="5" creationId="{6DA5ED8F-DB03-A94B-147A-CADE5A8188F2}"/>
          </ac:spMkLst>
        </pc:spChg>
        <pc:picChg chg="add mod">
          <ac:chgData name="Anandraj br" userId="a19f6aad845830a8" providerId="LiveId" clId="{4B4FF27E-0F4F-4F27-8D73-648A23FB1239}" dt="2026-10-14T18:44:51.304" v="65" actId="1076"/>
          <ac:picMkLst>
            <pc:docMk/>
            <pc:sldMk cId="3940106415" sldId="283"/>
            <ac:picMk id="3" creationId="{A0AF0849-9022-DE85-718D-36952C968241}"/>
          </ac:picMkLst>
        </pc:picChg>
      </pc:sldChg>
      <pc:sldChg chg="addSp modSp new mod modClrScheme chgLayout">
        <pc:chgData name="Anandraj br" userId="a19f6aad845830a8" providerId="LiveId" clId="{4B4FF27E-0F4F-4F27-8D73-648A23FB1239}" dt="2026-10-14T18:55:32.491" v="95" actId="1076"/>
        <pc:sldMkLst>
          <pc:docMk/>
          <pc:sldMk cId="3159433263" sldId="284"/>
        </pc:sldMkLst>
        <pc:picChg chg="add mod">
          <ac:chgData name="Anandraj br" userId="a19f6aad845830a8" providerId="LiveId" clId="{4B4FF27E-0F4F-4F27-8D73-648A23FB1239}" dt="2026-10-14T18:55:32.491" v="95" actId="1076"/>
          <ac:picMkLst>
            <pc:docMk/>
            <pc:sldMk cId="3159433263" sldId="284"/>
            <ac:picMk id="3" creationId="{DF630FCE-CDB6-FEFB-F0E9-EC32AAA9CF68}"/>
          </ac:picMkLst>
        </pc:picChg>
      </pc:sldChg>
      <pc:sldChg chg="addSp delSp modSp new mod">
        <pc:chgData name="Anandraj br" userId="a19f6aad845830a8" providerId="LiveId" clId="{4B4FF27E-0F4F-4F27-8D73-648A23FB1239}" dt="2026-10-15T02:50:29.382" v="196" actId="1076"/>
        <pc:sldMkLst>
          <pc:docMk/>
          <pc:sldMk cId="596245423" sldId="285"/>
        </pc:sldMkLst>
        <pc:picChg chg="add del mod">
          <ac:chgData name="Anandraj br" userId="a19f6aad845830a8" providerId="LiveId" clId="{4B4FF27E-0F4F-4F27-8D73-648A23FB1239}" dt="2026-10-15T02:49:20.611" v="183" actId="21"/>
          <ac:picMkLst>
            <pc:docMk/>
            <pc:sldMk cId="596245423" sldId="285"/>
            <ac:picMk id="3" creationId="{B8910484-8EC2-BD20-200B-15732BEED255}"/>
          </ac:picMkLst>
        </pc:picChg>
        <pc:picChg chg="add mod">
          <ac:chgData name="Anandraj br" userId="a19f6aad845830a8" providerId="LiveId" clId="{4B4FF27E-0F4F-4F27-8D73-648A23FB1239}" dt="2026-10-15T02:47:56.558" v="172" actId="1076"/>
          <ac:picMkLst>
            <pc:docMk/>
            <pc:sldMk cId="596245423" sldId="285"/>
            <ac:picMk id="4" creationId="{71331789-53F9-BCBD-8979-92C6F11D2382}"/>
          </ac:picMkLst>
        </pc:picChg>
        <pc:picChg chg="add mod">
          <ac:chgData name="Anandraj br" userId="a19f6aad845830a8" providerId="LiveId" clId="{4B4FF27E-0F4F-4F27-8D73-648A23FB1239}" dt="2026-10-15T02:48:39.324" v="181" actId="1076"/>
          <ac:picMkLst>
            <pc:docMk/>
            <pc:sldMk cId="596245423" sldId="285"/>
            <ac:picMk id="6" creationId="{06A66662-A071-25BB-B881-AB86C0B9BCF1}"/>
          </ac:picMkLst>
        </pc:picChg>
        <pc:picChg chg="add mod">
          <ac:chgData name="Anandraj br" userId="a19f6aad845830a8" providerId="LiveId" clId="{4B4FF27E-0F4F-4F27-8D73-648A23FB1239}" dt="2026-10-15T02:50:29.382" v="196" actId="1076"/>
          <ac:picMkLst>
            <pc:docMk/>
            <pc:sldMk cId="596245423" sldId="285"/>
            <ac:picMk id="8" creationId="{527CDB8E-266F-CB02-EC67-0E885E3D7F72}"/>
          </ac:picMkLst>
        </pc:picChg>
      </pc:sldChg>
      <pc:sldChg chg="addSp new mod ord">
        <pc:chgData name="Anandraj br" userId="a19f6aad845830a8" providerId="LiveId" clId="{4B4FF27E-0F4F-4F27-8D73-648A23FB1239}" dt="2026-10-15T02:46:30.183" v="168"/>
        <pc:sldMkLst>
          <pc:docMk/>
          <pc:sldMk cId="434010116" sldId="286"/>
        </pc:sldMkLst>
        <pc:picChg chg="add">
          <ac:chgData name="Anandraj br" userId="a19f6aad845830a8" providerId="LiveId" clId="{4B4FF27E-0F4F-4F27-8D73-648A23FB1239}" dt="2026-10-15T02:45:05.970" v="164" actId="22"/>
          <ac:picMkLst>
            <pc:docMk/>
            <pc:sldMk cId="434010116" sldId="286"/>
            <ac:picMk id="3" creationId="{E4EFDEE6-5FAE-84B0-3989-73F25AF9991E}"/>
          </ac:picMkLst>
        </pc:picChg>
      </pc:sldChg>
      <pc:sldChg chg="new del">
        <pc:chgData name="Anandraj br" userId="a19f6aad845830a8" providerId="LiveId" clId="{4B4FF27E-0F4F-4F27-8D73-648A23FB1239}" dt="2026-10-15T02:44:59.321" v="162" actId="680"/>
        <pc:sldMkLst>
          <pc:docMk/>
          <pc:sldMk cId="2781830476" sldId="286"/>
        </pc:sldMkLst>
      </pc:sldChg>
      <pc:sldChg chg="addSp modSp new mod">
        <pc:chgData name="Anandraj br" userId="a19f6aad845830a8" providerId="LiveId" clId="{4B4FF27E-0F4F-4F27-8D73-648A23FB1239}" dt="2026-10-15T02:49:42.310" v="188" actId="1076"/>
        <pc:sldMkLst>
          <pc:docMk/>
          <pc:sldMk cId="2303545228" sldId="287"/>
        </pc:sldMkLst>
        <pc:picChg chg="add mod">
          <ac:chgData name="Anandraj br" userId="a19f6aad845830a8" providerId="LiveId" clId="{4B4FF27E-0F4F-4F27-8D73-648A23FB1239}" dt="2026-10-15T02:49:42.310" v="188" actId="1076"/>
          <ac:picMkLst>
            <pc:docMk/>
            <pc:sldMk cId="2303545228" sldId="287"/>
            <ac:picMk id="3" creationId="{2364B9B5-7389-96D5-982D-11F633B95473}"/>
          </ac:picMkLst>
        </pc:picChg>
      </pc:sldChg>
      <pc:sldChg chg="addSp modSp new mod">
        <pc:chgData name="Anandraj br" userId="a19f6aad845830a8" providerId="LiveId" clId="{4B4FF27E-0F4F-4F27-8D73-648A23FB1239}" dt="2026-10-15T02:59:31.122" v="240" actId="1076"/>
        <pc:sldMkLst>
          <pc:docMk/>
          <pc:sldMk cId="2822536281" sldId="288"/>
        </pc:sldMkLst>
        <pc:picChg chg="add mod">
          <ac:chgData name="Anandraj br" userId="a19f6aad845830a8" providerId="LiveId" clId="{4B4FF27E-0F4F-4F27-8D73-648A23FB1239}" dt="2026-10-15T02:59:31.122" v="240" actId="1076"/>
          <ac:picMkLst>
            <pc:docMk/>
            <pc:sldMk cId="2822536281" sldId="288"/>
            <ac:picMk id="2" creationId="{CF62EB0E-AB29-1124-AA61-DB48432A15EC}"/>
          </ac:picMkLst>
        </pc:picChg>
      </pc:sldChg>
      <pc:sldChg chg="new del">
        <pc:chgData name="Anandraj br" userId="a19f6aad845830a8" providerId="LiveId" clId="{4B4FF27E-0F4F-4F27-8D73-648A23FB1239}" dt="2026-10-15T03:00:53.330" v="242" actId="47"/>
        <pc:sldMkLst>
          <pc:docMk/>
          <pc:sldMk cId="1472257475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523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68952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Sketch Hub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56364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Connecting Artists &amp; Clients — A locally hosted web platform bridging creative talent with those who seek it.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2032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Abstract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573" y="1514820"/>
            <a:ext cx="5434525" cy="35050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06278" y="1514819"/>
            <a:ext cx="5630193" cy="3262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b="1" dirty="0">
                <a:solidFill>
                  <a:srgbClr val="4A4A4A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SketchHub</a:t>
            </a:r>
            <a:r>
              <a:rPr lang="en-US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a locally hosted web-based platform designed to connect clients with artists in an easy and convenient way. Clients find artists based on required art categories — pencil portraits, watercolor, acrylic painting, wall art, charcoal art, digital art, and custom artworks.</a:t>
            </a:r>
            <a:endParaRPr lang="en-US" dirty="0"/>
          </a:p>
        </p:txBody>
      </p:sp>
      <p:sp>
        <p:nvSpPr>
          <p:cNvPr id="5" name="Shape 2"/>
          <p:cNvSpPr/>
          <p:nvPr/>
        </p:nvSpPr>
        <p:spPr>
          <a:xfrm>
            <a:off x="661475" y="5497810"/>
            <a:ext cx="3545989" cy="818158"/>
          </a:xfrm>
          <a:prstGeom prst="roundRect">
            <a:avLst>
              <a:gd name="adj" fmla="val 16244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1905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15459" y="5651798"/>
            <a:ext cx="323802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Three Modules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15459" y="5951637"/>
            <a:ext cx="3238022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Admin, Artist &amp; Client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322754" y="5497810"/>
            <a:ext cx="3546089" cy="818158"/>
          </a:xfrm>
          <a:prstGeom prst="roundRect">
            <a:avLst>
              <a:gd name="adj" fmla="val 16244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1905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476737" y="5651798"/>
            <a:ext cx="323812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Features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4476737" y="5951637"/>
            <a:ext cx="323812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Profiles, galleries &amp; location search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84132" y="5497810"/>
            <a:ext cx="3545989" cy="818158"/>
          </a:xfrm>
          <a:prstGeom prst="roundRect">
            <a:avLst>
              <a:gd name="adj" fmla="val 16244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1905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38115" y="5651798"/>
            <a:ext cx="323802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Tech Stack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8138115" y="5951637"/>
            <a:ext cx="3238022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Django · Bootstrap · SQLite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AF0849-9022-DE85-718D-36952C968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926" y="1203411"/>
            <a:ext cx="11056148" cy="445117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DA5ED8F-DB03-A94B-147A-CADE5A8188F2}"/>
              </a:ext>
            </a:extLst>
          </p:cNvPr>
          <p:cNvSpPr txBox="1"/>
          <p:nvPr/>
        </p:nvSpPr>
        <p:spPr>
          <a:xfrm>
            <a:off x="567926" y="545129"/>
            <a:ext cx="6097554" cy="654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4000"/>
              </a:lnSpc>
            </a:pPr>
            <a:r>
              <a:rPr lang="en-US" sz="3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Methodology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940106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582613"/>
            <a:ext cx="6296860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36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DFD — Level 0</a:t>
            </a:r>
            <a:endParaRPr lang="en-US" sz="36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7002" y="1478013"/>
            <a:ext cx="457685" cy="45769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92319" y="1478013"/>
            <a:ext cx="561752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Artists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7592319" y="1935709"/>
            <a:ext cx="5617526" cy="989310"/>
          </a:xfrm>
          <a:prstGeom prst="rect">
            <a:avLst/>
          </a:prstGeom>
          <a:noFill/>
          <a:ln/>
        </p:spPr>
        <p:txBody>
          <a:bodyPr wrap="square" lIns="0" tIns="73245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profiles &amp; select art categories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Upload artwork galleries &amp; set prices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Communicate with clients via chat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57002" y="3214440"/>
            <a:ext cx="457685" cy="45769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92319" y="3214440"/>
            <a:ext cx="561752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Clients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7592319" y="3549650"/>
            <a:ext cx="5617526" cy="989310"/>
          </a:xfrm>
          <a:prstGeom prst="rect">
            <a:avLst/>
          </a:prstGeom>
          <a:noFill/>
          <a:ln/>
        </p:spPr>
        <p:txBody>
          <a:bodyPr wrap="square" lIns="0" tIns="73245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Search artists by name, category, or district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View profiles and artwork galleries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Contact via chat or phone</a:t>
            </a:r>
            <a:endParaRPr lang="en-US" sz="14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57002" y="4950867"/>
            <a:ext cx="457685" cy="45769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92319" y="4950876"/>
            <a:ext cx="5617526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Admin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7592319" y="5179715"/>
            <a:ext cx="5617526" cy="989310"/>
          </a:xfrm>
          <a:prstGeom prst="rect">
            <a:avLst/>
          </a:prstGeom>
          <a:noFill/>
          <a:ln/>
        </p:spPr>
        <p:txBody>
          <a:bodyPr wrap="square" lIns="0" tIns="73245" rIns="0" bIns="0" rtlCol="0" anchor="t">
            <a:normAutofit/>
          </a:bodyPr>
          <a:lstStyle/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Manage artists, clients &amp; categories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Approve or reject artist profiles</a:t>
            </a:r>
            <a:endParaRPr lang="en-US" sz="1400" dirty="0"/>
          </a:p>
          <a:p>
            <a:pPr marL="284480" indent="-284480" algn="l">
              <a:lnSpc>
                <a:spcPct val="131000"/>
              </a:lnSpc>
              <a:buSzPct val="100000"/>
              <a:buChar char="•"/>
            </a:pPr>
            <a:r>
              <a:rPr lang="en-US" sz="14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Handle reports &amp; complaints</a:t>
            </a: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FF5237B-5DF5-413F-9EE6-4A3187F8EC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070" y="2106433"/>
            <a:ext cx="5448300" cy="2876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91641"/>
            <a:ext cx="10868745" cy="424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DFD — Level 1: Admin Module</a:t>
            </a:r>
            <a:endParaRPr lang="en-US" sz="2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410" y="1943993"/>
            <a:ext cx="5944741" cy="3540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47818" y="1250355"/>
            <a:ext cx="3588652" cy="373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Context diagram showing all Admin interactions with the SketchHub system:</a:t>
            </a:r>
            <a:endParaRPr lang="en-US" sz="1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7818" y="1733649"/>
            <a:ext cx="3588652" cy="806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178893" y="1888530"/>
            <a:ext cx="320270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Login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178893" y="2198489"/>
            <a:ext cx="3202701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Admin authentication &amp; access control</a:t>
            </a:r>
            <a:endParaRPr lang="en-US" sz="10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7818" y="2637730"/>
            <a:ext cx="3588652" cy="806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178893" y="2792611"/>
            <a:ext cx="320270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Manage Users &amp; Block Status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8178893" y="3102570"/>
            <a:ext cx="3202701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Control user accounts and permissions</a:t>
            </a:r>
            <a:endParaRPr lang="en-US" sz="10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7818" y="3541812"/>
            <a:ext cx="3588652" cy="8064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178893" y="3696692"/>
            <a:ext cx="320270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Approve / Reject Artists</a:t>
            </a:r>
            <a:endParaRPr lang="en-US" sz="1300" dirty="0"/>
          </a:p>
        </p:txBody>
      </p:sp>
      <p:sp>
        <p:nvSpPr>
          <p:cNvPr id="13" name="Text 7"/>
          <p:cNvSpPr/>
          <p:nvPr/>
        </p:nvSpPr>
        <p:spPr>
          <a:xfrm>
            <a:off x="8178893" y="4006652"/>
            <a:ext cx="3202701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Verify artist profiles before activation</a:t>
            </a:r>
            <a:endParaRPr lang="en-US" sz="10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7818" y="4445893"/>
            <a:ext cx="3588652" cy="8064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178893" y="4600773"/>
            <a:ext cx="320270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Manage Art Categories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8178893" y="4910733"/>
            <a:ext cx="3202701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 and organize art mediums</a:t>
            </a:r>
            <a:endParaRPr lang="en-US" sz="105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7818" y="5349974"/>
            <a:ext cx="3588652" cy="8064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178893" y="5504855"/>
            <a:ext cx="3202701" cy="212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View Reports &amp; Complaints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8178893" y="5814814"/>
            <a:ext cx="3202701" cy="186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Monitor and resolve user issues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155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DFD — Level 2: Artist Module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356420"/>
            <a:ext cx="356047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Detailed data flows for all Artist interactions within SketchHub: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61475" y="1942009"/>
            <a:ext cx="345471" cy="345480"/>
          </a:xfrm>
          <a:prstGeom prst="roundRect">
            <a:avLst>
              <a:gd name="adj" fmla="val 40009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9070" y="1970782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31661" y="1994793"/>
            <a:ext cx="30902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Login &amp; Registration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31661" y="2359422"/>
            <a:ext cx="30902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Artist account creation and authentication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61475" y="2831604"/>
            <a:ext cx="345471" cy="345480"/>
          </a:xfrm>
          <a:prstGeom prst="roundRect">
            <a:avLst>
              <a:gd name="adj" fmla="val 40009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9070" y="2860377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31661" y="2884388"/>
            <a:ext cx="30902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Manage Profile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31661" y="3249017"/>
            <a:ext cx="30902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Update bio, district, and starting price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1475" y="3721199"/>
            <a:ext cx="345471" cy="345480"/>
          </a:xfrm>
          <a:prstGeom prst="roundRect">
            <a:avLst>
              <a:gd name="adj" fmla="val 40009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9070" y="3749973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31661" y="3773984"/>
            <a:ext cx="30902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Upload Artwork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31661" y="4138612"/>
            <a:ext cx="30902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Add artwork with details and pricing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1475" y="4610795"/>
            <a:ext cx="345471" cy="345480"/>
          </a:xfrm>
          <a:prstGeom prst="roundRect">
            <a:avLst>
              <a:gd name="adj" fmla="val 40009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9070" y="4639568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31661" y="4663579"/>
            <a:ext cx="30902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Portfolio &amp; Gallery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31661" y="5028208"/>
            <a:ext cx="30902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Organize and showcase artwork collections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1475" y="5500390"/>
            <a:ext cx="345471" cy="345480"/>
          </a:xfrm>
          <a:prstGeom prst="roundRect">
            <a:avLst>
              <a:gd name="adj" fmla="val 40009"/>
            </a:avLst>
          </a:prstGeom>
          <a:solidFill>
            <a:srgbClr val="FFCCD1"/>
          </a:solidFill>
          <a:ln w="6350">
            <a:solidFill>
              <a:srgbClr val="E5B2B7"/>
            </a:solidFill>
            <a:prstDash val="solid"/>
          </a:ln>
          <a:effectLst>
            <a:outerShdw blurRad="127" dist="2032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9070" y="5529163"/>
            <a:ext cx="23028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31661" y="5553174"/>
            <a:ext cx="309028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View Messages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31661" y="5917803"/>
            <a:ext cx="309028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Chat with clients and manage inquiries</a:t>
            </a:r>
            <a:endParaRPr lang="en-US" sz="12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953" y="1761133"/>
            <a:ext cx="6683406" cy="40026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9116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DFD — Level 3: Client Module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028" y="1761133"/>
            <a:ext cx="6668425" cy="40025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75996" y="1488380"/>
            <a:ext cx="356047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Detailed data flows for all Client interactions within SketchHub: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541" y="2078732"/>
            <a:ext cx="230281" cy="23028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474954" y="2073970"/>
            <a:ext cx="306151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Login &amp; Registration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8474954" y="2438598"/>
            <a:ext cx="306151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Client account setup and authentication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541" y="2915543"/>
            <a:ext cx="230281" cy="23028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474954" y="2910780"/>
            <a:ext cx="306151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Search Artists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8474954" y="3275409"/>
            <a:ext cx="306151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Find by district, category, or artist name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541" y="3752354"/>
            <a:ext cx="230281" cy="23028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474954" y="3747591"/>
            <a:ext cx="306151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View Profiles &amp; Gallery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8474954" y="4112220"/>
            <a:ext cx="306151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Browse artist details and artwork portfolios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541" y="4589165"/>
            <a:ext cx="230281" cy="230287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474954" y="4584402"/>
            <a:ext cx="306151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Send Messages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8474954" y="4949031"/>
            <a:ext cx="306151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Direct communication with artists</a:t>
            </a:r>
            <a:endParaRPr lang="en-US" sz="12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33541" y="5425976"/>
            <a:ext cx="230281" cy="230287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474954" y="5421213"/>
            <a:ext cx="306151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Report Artist</a:t>
            </a:r>
            <a:endParaRPr lang="en-US" sz="1500" dirty="0"/>
          </a:p>
        </p:txBody>
      </p:sp>
      <p:sp>
        <p:nvSpPr>
          <p:cNvPr id="19" name="Text 11"/>
          <p:cNvSpPr/>
          <p:nvPr/>
        </p:nvSpPr>
        <p:spPr>
          <a:xfrm>
            <a:off x="8474954" y="5785842"/>
            <a:ext cx="3061516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Submit complaints and feedback to Admin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627" y="57717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Database Tables — Specifications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3700" dirty="0">
              <a:solidFill>
                <a:srgbClr val="9C5461"/>
              </a:solidFill>
              <a:latin typeface="DM Sans SemiBold" pitchFamily="34" charset="0"/>
              <a:ea typeface="DM Sans SemiBold" pitchFamily="34" charset="-122"/>
              <a:cs typeface="DM Sans SemiBold" pitchFamily="34" charset="-120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en-IN" dirty="0"/>
              <a:t>users Table (Master User Credentials &amp; Roles)</a:t>
            </a:r>
          </a:p>
          <a:p>
            <a:pPr>
              <a:lnSpc>
                <a:spcPct val="100000"/>
              </a:lnSpc>
            </a:pPr>
            <a:endParaRPr lang="en-IN" dirty="0"/>
          </a:p>
          <a:p>
            <a:pPr marL="0" indent="0" algn="l">
              <a:lnSpc>
                <a:spcPct val="104000"/>
              </a:lnSpc>
              <a:buNone/>
            </a:pPr>
            <a:endParaRPr lang="en-US" sz="37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78B1E4-F586-16E7-3FE3-2109A4C4A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879447"/>
              </p:ext>
            </p:extLst>
          </p:nvPr>
        </p:nvGraphicFramePr>
        <p:xfrm>
          <a:off x="661627" y="2342365"/>
          <a:ext cx="7072604" cy="2882396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909632">
                  <a:extLst>
                    <a:ext uri="{9D8B030D-6E8A-4147-A177-3AD203B41FA5}">
                      <a16:colId xmlns:a16="http://schemas.microsoft.com/office/drawing/2014/main" val="676701060"/>
                    </a:ext>
                  </a:extLst>
                </a:gridCol>
                <a:gridCol w="2054324">
                  <a:extLst>
                    <a:ext uri="{9D8B030D-6E8A-4147-A177-3AD203B41FA5}">
                      <a16:colId xmlns:a16="http://schemas.microsoft.com/office/drawing/2014/main" val="86852908"/>
                    </a:ext>
                  </a:extLst>
                </a:gridCol>
                <a:gridCol w="2054324">
                  <a:extLst>
                    <a:ext uri="{9D8B030D-6E8A-4147-A177-3AD203B41FA5}">
                      <a16:colId xmlns:a16="http://schemas.microsoft.com/office/drawing/2014/main" val="90004360"/>
                    </a:ext>
                  </a:extLst>
                </a:gridCol>
                <a:gridCol w="2054324">
                  <a:extLst>
                    <a:ext uri="{9D8B030D-6E8A-4147-A177-3AD203B41FA5}">
                      <a16:colId xmlns:a16="http://schemas.microsoft.com/office/drawing/2014/main" val="128407077"/>
                    </a:ext>
                  </a:extLst>
                </a:gridCol>
              </a:tblGrid>
              <a:tr h="1884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Field Name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Data Type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Constraints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2514840"/>
                  </a:ext>
                </a:extLst>
              </a:tr>
              <a:tr h="3885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 err="1">
                          <a:solidFill>
                            <a:schemeClr val="tx1"/>
                          </a:solidFill>
                          <a:effectLst/>
                        </a:rPr>
                        <a:t>user_id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INT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PRIMARY KEY, AUTO_INCREMENT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Unique User ID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22419746"/>
                  </a:ext>
                </a:extLst>
              </a:tr>
              <a:tr h="1884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VARCHAR(100)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NOT NULL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Full Name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22325349"/>
                  </a:ext>
                </a:extLst>
              </a:tr>
              <a:tr h="1884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email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VARCHAR(150)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UNIQUE, NOT NULL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Email Address (Login)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2645534"/>
                  </a:ext>
                </a:extLst>
              </a:tr>
              <a:tr h="1884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password_hash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VARCHAR(255)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NOT NULL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Encrypted Password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80029380"/>
                  </a:ext>
                </a:extLst>
              </a:tr>
              <a:tr h="3885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role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ENUM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'admin', 'artist', 'client'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Account Role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76590696"/>
                  </a:ext>
                </a:extLst>
              </a:tr>
              <a:tr h="1884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phone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VARCHAR(20)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NULLABLE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Phone Number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59694055"/>
                  </a:ext>
                </a:extLst>
              </a:tr>
              <a:tr h="38857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status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ENUM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'pending', 'active', 'blocked'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Account Status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17937102"/>
                  </a:ext>
                </a:extLst>
              </a:tr>
              <a:tr h="58872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created_at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TIMESTAMP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DEFAULT CURRENT_TIMESTAMP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Registration Date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069319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61475" y="119072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3700" dirty="0"/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54768EA0-757B-8C41-5303-D72754A43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124205"/>
              </p:ext>
            </p:extLst>
          </p:nvPr>
        </p:nvGraphicFramePr>
        <p:xfrm>
          <a:off x="661475" y="1115305"/>
          <a:ext cx="6296860" cy="2815366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574215">
                  <a:extLst>
                    <a:ext uri="{9D8B030D-6E8A-4147-A177-3AD203B41FA5}">
                      <a16:colId xmlns:a16="http://schemas.microsoft.com/office/drawing/2014/main" val="1962281154"/>
                    </a:ext>
                  </a:extLst>
                </a:gridCol>
                <a:gridCol w="1574215">
                  <a:extLst>
                    <a:ext uri="{9D8B030D-6E8A-4147-A177-3AD203B41FA5}">
                      <a16:colId xmlns:a16="http://schemas.microsoft.com/office/drawing/2014/main" val="2786374181"/>
                    </a:ext>
                  </a:extLst>
                </a:gridCol>
                <a:gridCol w="1574215">
                  <a:extLst>
                    <a:ext uri="{9D8B030D-6E8A-4147-A177-3AD203B41FA5}">
                      <a16:colId xmlns:a16="http://schemas.microsoft.com/office/drawing/2014/main" val="3973552025"/>
                    </a:ext>
                  </a:extLst>
                </a:gridCol>
                <a:gridCol w="1574215">
                  <a:extLst>
                    <a:ext uri="{9D8B030D-6E8A-4147-A177-3AD203B41FA5}">
                      <a16:colId xmlns:a16="http://schemas.microsoft.com/office/drawing/2014/main" val="761330383"/>
                    </a:ext>
                  </a:extLst>
                </a:gridCol>
              </a:tblGrid>
              <a:tr h="2763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Field Name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Data Type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Constraints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84112600"/>
                  </a:ext>
                </a:extLst>
              </a:tr>
              <a:tr h="5699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 err="1">
                          <a:solidFill>
                            <a:schemeClr val="tx1"/>
                          </a:solidFill>
                          <a:effectLst/>
                        </a:rPr>
                        <a:t>artist_id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INT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PRIMARY KEY, AUTO_INCREMENT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Profile ID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10103226"/>
                  </a:ext>
                </a:extLst>
              </a:tr>
              <a:tr h="5699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 err="1">
                          <a:solidFill>
                            <a:schemeClr val="tx1"/>
                          </a:solidFill>
                          <a:effectLst/>
                        </a:rPr>
                        <a:t>user_id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INT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FOREIGN KEY (users.user_id)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Links to Master User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05471365"/>
                  </a:ext>
                </a:extLst>
              </a:tr>
              <a:tr h="2763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bio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TEXT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NULLABLE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Artist Biography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78923540"/>
                  </a:ext>
                </a:extLst>
              </a:tr>
              <a:tr h="2763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district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VARCHAR(100)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NOT NULL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Location / District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2608486"/>
                  </a:ext>
                </a:extLst>
              </a:tr>
              <a:tr h="5699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starting_price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DECIMAL(10,2)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DEFAULT 0.00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Base Commission Rate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02675966"/>
                  </a:ext>
                </a:extLst>
              </a:tr>
              <a:tr h="27637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profile_pic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VARCHAR(255)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NULLABLE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Image Path / URL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83773000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64D1411-6B97-8BF4-E16A-9707296A333A}"/>
              </a:ext>
            </a:extLst>
          </p:cNvPr>
          <p:cNvSpPr txBox="1"/>
          <p:nvPr/>
        </p:nvSpPr>
        <p:spPr>
          <a:xfrm>
            <a:off x="661475" y="646331"/>
            <a:ext cx="36531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2. </a:t>
            </a:r>
            <a:r>
              <a:rPr lang="en-IN" dirty="0" err="1"/>
              <a:t>artist_profiles</a:t>
            </a:r>
            <a:r>
              <a:rPr lang="en-IN" dirty="0"/>
              <a:t> Table (Artist Details)</a:t>
            </a:r>
          </a:p>
          <a:p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B53D9F-68C3-9828-6E60-6C6DB5E1EBCF}"/>
              </a:ext>
            </a:extLst>
          </p:cNvPr>
          <p:cNvSpPr txBox="1"/>
          <p:nvPr/>
        </p:nvSpPr>
        <p:spPr>
          <a:xfrm>
            <a:off x="661475" y="4348030"/>
            <a:ext cx="33420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3. categories Table (Art Mediums)</a:t>
            </a:r>
          </a:p>
          <a:p>
            <a:endParaRPr lang="en-IN" dirty="0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AE744DB3-922C-F0AC-BE4C-51822422A4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11245"/>
              </p:ext>
            </p:extLst>
          </p:nvPr>
        </p:nvGraphicFramePr>
        <p:xfrm>
          <a:off x="661475" y="4823977"/>
          <a:ext cx="6296860" cy="153017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574215">
                  <a:extLst>
                    <a:ext uri="{9D8B030D-6E8A-4147-A177-3AD203B41FA5}">
                      <a16:colId xmlns:a16="http://schemas.microsoft.com/office/drawing/2014/main" val="3256010633"/>
                    </a:ext>
                  </a:extLst>
                </a:gridCol>
                <a:gridCol w="1574215">
                  <a:extLst>
                    <a:ext uri="{9D8B030D-6E8A-4147-A177-3AD203B41FA5}">
                      <a16:colId xmlns:a16="http://schemas.microsoft.com/office/drawing/2014/main" val="3772190350"/>
                    </a:ext>
                  </a:extLst>
                </a:gridCol>
                <a:gridCol w="1574215">
                  <a:extLst>
                    <a:ext uri="{9D8B030D-6E8A-4147-A177-3AD203B41FA5}">
                      <a16:colId xmlns:a16="http://schemas.microsoft.com/office/drawing/2014/main" val="2014325252"/>
                    </a:ext>
                  </a:extLst>
                </a:gridCol>
                <a:gridCol w="1574215">
                  <a:extLst>
                    <a:ext uri="{9D8B030D-6E8A-4147-A177-3AD203B41FA5}">
                      <a16:colId xmlns:a16="http://schemas.microsoft.com/office/drawing/2014/main" val="2907583547"/>
                    </a:ext>
                  </a:extLst>
                </a:gridCol>
              </a:tblGrid>
              <a:tr h="3022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Field Name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Data Type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Constraints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2942398"/>
                  </a:ext>
                </a:extLst>
              </a:tr>
              <a:tr h="62336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category_id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INT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PRIMARY KEY, AUTO_INCREMENT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Category ID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1571147"/>
                  </a:ext>
                </a:extLst>
              </a:tr>
              <a:tr h="3022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category_name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VARCHAR(100)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UNIQUE, NOT NULL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Category Name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84564192"/>
                  </a:ext>
                </a:extLst>
              </a:tr>
              <a:tr h="30226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TEXT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NULLABLE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Category Description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391372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1F5BB9F-2B00-395E-448D-6752EA124EB3}"/>
              </a:ext>
            </a:extLst>
          </p:cNvPr>
          <p:cNvSpPr txBox="1"/>
          <p:nvPr/>
        </p:nvSpPr>
        <p:spPr>
          <a:xfrm>
            <a:off x="613488" y="467625"/>
            <a:ext cx="6097554" cy="324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buNone/>
            </a:pPr>
            <a:r>
              <a:rPr lang="en-IN" sz="1800" kern="100" dirty="0">
                <a:effectLst/>
                <a:latin typeface="+mn-lt"/>
                <a:ea typeface="Calibri" panose="020F0502020204030204" pitchFamily="34" charset="0"/>
                <a:cs typeface="Kartika" panose="02020503030404060203" pitchFamily="18" charset="0"/>
              </a:rPr>
              <a:t>4. </a:t>
            </a:r>
            <a:r>
              <a:rPr lang="en-IN" sz="1800" kern="100" dirty="0" err="1">
                <a:effectLst/>
                <a:latin typeface="+mn-lt"/>
                <a:ea typeface="Calibri" panose="020F0502020204030204" pitchFamily="34" charset="0"/>
                <a:cs typeface="Kartika" panose="02020503030404060203" pitchFamily="18" charset="0"/>
              </a:rPr>
              <a:t>artist_categories</a:t>
            </a:r>
            <a:r>
              <a:rPr lang="en-IN" sz="1800" kern="100" dirty="0">
                <a:effectLst/>
                <a:latin typeface="+mn-lt"/>
                <a:ea typeface="Calibri" panose="020F0502020204030204" pitchFamily="34" charset="0"/>
                <a:cs typeface="Kartika" panose="02020503030404060203" pitchFamily="18" charset="0"/>
              </a:rPr>
              <a:t> Table (Junction Table)</a:t>
            </a:r>
            <a:endParaRPr lang="en-IN" sz="1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Kartika" panose="02020503030404060203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217094-F142-AC0B-744E-C11C791069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766170"/>
              </p:ext>
            </p:extLst>
          </p:nvPr>
        </p:nvGraphicFramePr>
        <p:xfrm>
          <a:off x="730898" y="1030839"/>
          <a:ext cx="5486400" cy="1315593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7990454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07724907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58863013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6693766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Field Name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Data Type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Constraints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18584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 err="1">
                          <a:solidFill>
                            <a:schemeClr val="tx1"/>
                          </a:solidFill>
                          <a:effectLst/>
                        </a:rPr>
                        <a:t>artist_id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INT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FOREIGN KEY (artist_profiles.artist_id)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Artist ID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47514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category_id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INT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FOREIGN KEY (categories.category_id)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Category ID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769317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AD8B19C-7587-0529-D330-279244A42223}"/>
              </a:ext>
            </a:extLst>
          </p:cNvPr>
          <p:cNvSpPr txBox="1"/>
          <p:nvPr/>
        </p:nvSpPr>
        <p:spPr>
          <a:xfrm>
            <a:off x="613488" y="2937472"/>
            <a:ext cx="42873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5. artworks Table (Gallery &amp; Portfolio Items)</a:t>
            </a:r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0C4DB16-A28B-BAB6-B3C0-FA4DC3F45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814602"/>
              </p:ext>
            </p:extLst>
          </p:nvPr>
        </p:nvGraphicFramePr>
        <p:xfrm>
          <a:off x="730898" y="3583803"/>
          <a:ext cx="5486400" cy="2982849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300440299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4744973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73110285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6313037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Field Name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Data Type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Constraints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94430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artwork_id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INT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PRIMARY KEY, AUTO_INCREMENT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Artwork ID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35525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 err="1">
                          <a:solidFill>
                            <a:schemeClr val="tx1"/>
                          </a:solidFill>
                          <a:effectLst/>
                        </a:rPr>
                        <a:t>artist_id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INT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FOREIGN KEY (artist_profiles.artist_id)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Artwork Owner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18382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category_id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INT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FOREIGN KEY (categories.category_id)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Linked Art Category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550376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title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VARCHAR(150)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NOT NULL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Artwork Title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9008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TEXT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NULLABLE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Artwork Description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838025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price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DECIMAL(10,2)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NOT NULL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Selling Price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4343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image_url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VARCHAR(255)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NOT NULL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Cloud / Server Path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54391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created_at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TIMESTAMP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DEFAULT CURRENT_TIMESTAMP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Upload Time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8989832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65342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7C409AA-949D-A54C-41A2-C3D00A8DC995}"/>
              </a:ext>
            </a:extLst>
          </p:cNvPr>
          <p:cNvSpPr txBox="1"/>
          <p:nvPr/>
        </p:nvSpPr>
        <p:spPr>
          <a:xfrm>
            <a:off x="671804" y="475861"/>
            <a:ext cx="3858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6. messages Table (Chat Conversations)</a:t>
            </a:r>
          </a:p>
          <a:p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E96200A-124C-A2F1-D830-88E467A978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957345"/>
              </p:ext>
            </p:extLst>
          </p:nvPr>
        </p:nvGraphicFramePr>
        <p:xfrm>
          <a:off x="671804" y="933324"/>
          <a:ext cx="5486400" cy="2052828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30639803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81216741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95042208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34524053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Field Name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Data Type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Constraints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230392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message_id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INT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PRIMARY KEY, AUTO_INCREMENT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Message ID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11425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sender_id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INT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FOREIGN KEY (users.user_id)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Message Sender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661889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receiver_id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INT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FOREIGN KEY (users.user_id)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Message Receiver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5946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message_text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TEXT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NOT NULL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Text Content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5114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sent_at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TIMESTAMP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solidFill>
                            <a:schemeClr val="tx1"/>
                          </a:solidFill>
                          <a:effectLst/>
                        </a:rPr>
                        <a:t>DEFAULT CURRENT_TIMESTAMP</a:t>
                      </a:r>
                      <a:endParaRPr lang="en-IN" sz="1200" kern="10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solidFill>
                            <a:schemeClr val="tx1"/>
                          </a:solidFill>
                          <a:effectLst/>
                        </a:rPr>
                        <a:t>Timestamp</a:t>
                      </a:r>
                      <a:endParaRPr lang="en-IN" sz="1200" kern="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6402182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AA2E02B-7E72-8018-C575-B0B54AA24FF9}"/>
              </a:ext>
            </a:extLst>
          </p:cNvPr>
          <p:cNvSpPr txBox="1"/>
          <p:nvPr/>
        </p:nvSpPr>
        <p:spPr>
          <a:xfrm>
            <a:off x="671804" y="3105834"/>
            <a:ext cx="35743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7. reports Table (Complaints Queue)</a:t>
            </a:r>
          </a:p>
          <a:p>
            <a:endParaRPr lang="en-IN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12C5A32-3476-DCB4-11CE-75B62D1DB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808887"/>
              </p:ext>
            </p:extLst>
          </p:nvPr>
        </p:nvGraphicFramePr>
        <p:xfrm>
          <a:off x="704425" y="3655532"/>
          <a:ext cx="5486400" cy="2967292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176406929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78887514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88219494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1719097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400" kern="0">
                          <a:effectLst/>
                        </a:rPr>
                        <a:t>7. reports Table (Complaints Queue)</a:t>
                      </a:r>
                      <a:r>
                        <a:rPr lang="en-US" sz="1100" kern="0">
                          <a:effectLst/>
                        </a:rPr>
                        <a:t>Field Name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Data Type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</a:rPr>
                        <a:t>Constraints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Description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200809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 err="1">
                          <a:effectLst/>
                        </a:rPr>
                        <a:t>report_id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INT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PRIMARY KEY, AUTO_INCREMENT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Report ID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66266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reporter_id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INT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FOREIGN KEY (users.user_id)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Client ID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0282958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reported_artist_id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INT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FOREIGN KEY (artist_profiles.artist_id)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Flagged Artist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368096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reason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TEXT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NOT NULL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Complaint Details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450455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status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ENUM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'pending', 'resolved'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Moderation Status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47478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created_at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TIMESTAMP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>
                          <a:effectLst/>
                        </a:rPr>
                        <a:t>DEFAULT CURRENT_TIMESTAMP</a:t>
                      </a:r>
                      <a:endParaRPr lang="en-IN" sz="12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0" dirty="0">
                          <a:effectLst/>
                        </a:rPr>
                        <a:t>Logged Date</a:t>
                      </a:r>
                      <a:endParaRPr lang="en-IN" sz="12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Kartika" panose="02020503030404060203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487573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1289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2BA6D2-3BCD-5784-E5D0-342851616BC9}"/>
              </a:ext>
            </a:extLst>
          </p:cNvPr>
          <p:cNvSpPr txBox="1"/>
          <p:nvPr/>
        </p:nvSpPr>
        <p:spPr>
          <a:xfrm>
            <a:off x="688133" y="610682"/>
            <a:ext cx="60975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3600" dirty="0">
                <a:solidFill>
                  <a:schemeClr val="accent2">
                    <a:lumMod val="50000"/>
                  </a:schemeClr>
                </a:solidFill>
                <a:latin typeface="DM Sans" pitchFamily="2" charset="0"/>
              </a:rPr>
              <a:t>Screenshots of the Project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1F9AEF-B0DB-C6D6-B3E8-0934C7FF0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252" y="1979408"/>
            <a:ext cx="8951495" cy="426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140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630FCE-CDB6-FEFB-F0E9-EC32AAA9CF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6505" y="1131861"/>
            <a:ext cx="8758990" cy="4594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433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F3AACC-A3DB-24E3-8D1B-684C67E8B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87" y="727474"/>
            <a:ext cx="5832913" cy="54030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ADFC84F-E43C-245B-5F36-191B0C598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8635" y="662159"/>
            <a:ext cx="6673610" cy="530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3752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50A582-E5EA-7549-0024-637D32CBC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842" y="1123370"/>
            <a:ext cx="10026316" cy="4611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3104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CA4060-2DE9-7C33-B1BE-1782EA9AE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0102"/>
            <a:ext cx="12192000" cy="5737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167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57CCC1-EC6D-46FF-3406-45E167D5B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4289"/>
            <a:ext cx="12192000" cy="384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825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CB1228-4B97-F706-FE9D-E1B8B4A88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7973"/>
            <a:ext cx="12192000" cy="538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891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64B9B5-7389-96D5-982D-11F633B95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713" y="450465"/>
            <a:ext cx="7598573" cy="5957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35452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331789-53F9-BCBD-8979-92C6F11D2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9" y="1307171"/>
            <a:ext cx="5233268" cy="15525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6A66662-A071-25BB-B881-AB86C0B9B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49" y="3261028"/>
            <a:ext cx="5233268" cy="30342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27CDB8E-266F-CB02-EC67-0E885E3D7F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5563" y="1307171"/>
            <a:ext cx="4982091" cy="498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245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EFDEE6-5FAE-84B0-3989-73F25AF999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759" y="666510"/>
            <a:ext cx="9472481" cy="5524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0101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31656F-E159-1971-0549-06B47F5DE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1838" y="349898"/>
            <a:ext cx="5868323" cy="6158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3465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FE2A8B-BD8A-8F00-A6AE-36714947D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95" y="1551629"/>
            <a:ext cx="11343209" cy="375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582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0A8D82D-A680-E316-086F-2BB054F78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6843" y="3428999"/>
            <a:ext cx="5258313" cy="30544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D46BEAA-1E66-3278-648B-8D39B4DE8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3907" y="508427"/>
            <a:ext cx="6264183" cy="2827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414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is may contain: the words thank you are flying through the sky">
            <a:extLst>
              <a:ext uri="{FF2B5EF4-FFF2-40B4-BE49-F238E27FC236}">
                <a16:creationId xmlns:a16="http://schemas.microsoft.com/office/drawing/2014/main" id="{CF62EB0E-AB29-1124-AA61-DB48432A1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161" y="358415"/>
            <a:ext cx="8725678" cy="6141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5362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C546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901</Words>
  <Application>Microsoft Office PowerPoint</Application>
  <PresentationFormat>Widescreen</PresentationFormat>
  <Paragraphs>263</Paragraphs>
  <Slides>25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DM Sans SemiBold</vt:lpstr>
      <vt:lpstr>DM Sans</vt:lpstr>
      <vt:lpstr>DM Sans Bold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Anandraj br</dc:creator>
  <cp:lastModifiedBy>Anandraj br</cp:lastModifiedBy>
  <cp:revision>3</cp:revision>
  <dcterms:created xsi:type="dcterms:W3CDTF">2026-08-31T15:15:09Z</dcterms:created>
  <dcterms:modified xsi:type="dcterms:W3CDTF">2026-10-15T03:01:54Z</dcterms:modified>
</cp:coreProperties>
</file>